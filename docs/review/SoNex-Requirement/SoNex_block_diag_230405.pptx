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6858000" cx="12192000"/>
  <p:notesSz cx="6858000" cy="9144000"/>
  <p:embeddedFontLst>
    <p:embeddedFont>
      <p:font typeface="Poppins"/>
      <p:regular r:id="rId51"/>
      <p:bold r:id="rId52"/>
      <p:italic r:id="rId53"/>
      <p:boldItalic r:id="rId54"/>
    </p:embeddedFont>
    <p:embeddedFont>
      <p:font typeface="Poppins Medium"/>
      <p:regular r:id="rId55"/>
      <p:bold r:id="rId56"/>
      <p:italic r:id="rId57"/>
      <p:boldItalic r:id="rId58"/>
    </p:embeddedFont>
    <p:embeddedFont>
      <p:font typeface="Poppins SemiBold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gb/g2ZYwvT5/Neo6caic40H/r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SemiBold-boldItalic.fntdata"/><Relationship Id="rId61" Type="http://schemas.openxmlformats.org/officeDocument/2006/relationships/font" Target="fonts/PoppinsSemiBold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SemiBold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regular.fntdata"/><Relationship Id="rId50" Type="http://schemas.openxmlformats.org/officeDocument/2006/relationships/slide" Target="slides/slide45.xml"/><Relationship Id="rId53" Type="http://schemas.openxmlformats.org/officeDocument/2006/relationships/font" Target="fonts/Poppins-italic.fntdata"/><Relationship Id="rId52" Type="http://schemas.openxmlformats.org/officeDocument/2006/relationships/font" Target="fonts/Poppins-bold.fntdata"/><Relationship Id="rId11" Type="http://schemas.openxmlformats.org/officeDocument/2006/relationships/slide" Target="slides/slide6.xml"/><Relationship Id="rId55" Type="http://schemas.openxmlformats.org/officeDocument/2006/relationships/font" Target="fonts/PoppinsMedium-regular.fntdata"/><Relationship Id="rId10" Type="http://schemas.openxmlformats.org/officeDocument/2006/relationships/slide" Target="slides/slide5.xml"/><Relationship Id="rId54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57" Type="http://schemas.openxmlformats.org/officeDocument/2006/relationships/font" Target="fonts/PoppinsMedium-italic.fntdata"/><Relationship Id="rId12" Type="http://schemas.openxmlformats.org/officeDocument/2006/relationships/slide" Target="slides/slide7.xml"/><Relationship Id="rId56" Type="http://schemas.openxmlformats.org/officeDocument/2006/relationships/font" Target="fonts/PoppinsMedium-bold.fntdata"/><Relationship Id="rId15" Type="http://schemas.openxmlformats.org/officeDocument/2006/relationships/slide" Target="slides/slide10.xml"/><Relationship Id="rId59" Type="http://schemas.openxmlformats.org/officeDocument/2006/relationships/font" Target="fonts/PoppinsSemiBold-regular.fntdata"/><Relationship Id="rId14" Type="http://schemas.openxmlformats.org/officeDocument/2006/relationships/slide" Target="slides/slide9.xml"/><Relationship Id="rId58" Type="http://schemas.openxmlformats.org/officeDocument/2006/relationships/font" Target="fonts/Poppins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9" name="Google Shape;78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3" name="Google Shape;85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4" name="Google Shape;102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3" name="Google Shape;111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5" name="Google Shape;114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6" name="Google Shape;117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1" name="Google Shape;11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2" name="Google Shape;121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3" name="Google Shape;123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7" name="Google Shape;125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2" name="Google Shape;127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6" name="Google Shape;129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7" name="Google Shape;130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3" name="Google Shape;134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6" name="Google Shape;139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9" name="Google Shape;142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E6ED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061" y="493862"/>
            <a:ext cx="11520000" cy="119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061" y="493862"/>
            <a:ext cx="11520000" cy="119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/>
          <p:nvPr>
            <p:ph idx="2" type="pic"/>
          </p:nvPr>
        </p:nvSpPr>
        <p:spPr>
          <a:xfrm>
            <a:off x="680986" y="821492"/>
            <a:ext cx="5577310" cy="6036508"/>
          </a:xfrm>
          <a:prstGeom prst="rect">
            <a:avLst/>
          </a:prstGeom>
          <a:solidFill>
            <a:srgbClr val="E3E6ED"/>
          </a:solidFill>
          <a:ln>
            <a:noFill/>
          </a:ln>
        </p:spPr>
      </p:sp>
      <p:pic>
        <p:nvPicPr>
          <p:cNvPr id="25" name="Google Shape;2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061" y="493862"/>
            <a:ext cx="11520000" cy="119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/>
          <p:nvPr>
            <p:ph idx="2" type="pic"/>
          </p:nvPr>
        </p:nvSpPr>
        <p:spPr>
          <a:xfrm>
            <a:off x="0" y="821492"/>
            <a:ext cx="12192000" cy="5541208"/>
          </a:xfrm>
          <a:prstGeom prst="rect">
            <a:avLst/>
          </a:prstGeom>
          <a:solidFill>
            <a:srgbClr val="E3E6ED"/>
          </a:solidFill>
          <a:ln>
            <a:noFill/>
          </a:ln>
        </p:spPr>
      </p:sp>
      <p:pic>
        <p:nvPicPr>
          <p:cNvPr id="28" name="Google Shape;2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061" y="493862"/>
            <a:ext cx="11520000" cy="119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/>
        </p:nvSpPr>
        <p:spPr>
          <a:xfrm>
            <a:off x="9292956" y="64533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5A5A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‹#›</a:t>
            </a:fld>
            <a:endParaRPr b="0" i="0" sz="1100" u="none" cap="none" strike="noStrike">
              <a:solidFill>
                <a:srgbClr val="A5A5A5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" name="Google Shape;17;p5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246301" y="6545312"/>
            <a:ext cx="864000" cy="1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0"/>
          <p:cNvSpPr txBox="1"/>
          <p:nvPr/>
        </p:nvSpPr>
        <p:spPr>
          <a:xfrm>
            <a:off x="10251199" y="6526263"/>
            <a:ext cx="1146468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5A5A5"/>
                </a:solidFill>
                <a:latin typeface="Poppins"/>
                <a:ea typeface="Poppins"/>
                <a:cs typeface="Poppins"/>
                <a:sym typeface="Poppins"/>
              </a:rPr>
              <a:t>SoNex Development</a:t>
            </a:r>
            <a:endParaRPr b="0" i="0" sz="750" u="none" cap="none" strike="noStrike">
              <a:solidFill>
                <a:srgbClr val="A5A5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9" name="Google Shape;19;p50"/>
          <p:cNvCxnSpPr/>
          <p:nvPr/>
        </p:nvCxnSpPr>
        <p:spPr>
          <a:xfrm>
            <a:off x="10222624" y="6594137"/>
            <a:ext cx="0" cy="7200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" name="Google Shape;20;p50"/>
          <p:cNvCxnSpPr/>
          <p:nvPr/>
        </p:nvCxnSpPr>
        <p:spPr>
          <a:xfrm>
            <a:off x="11641849" y="6594137"/>
            <a:ext cx="0" cy="7200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274" l="2870" r="18333" t="823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3E6ED"/>
          </a:solidFill>
          <a:ln>
            <a:noFill/>
          </a:ln>
        </p:spPr>
      </p:pic>
      <p:sp>
        <p:nvSpPr>
          <p:cNvPr id="34" name="Google Shape;3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>
              <a:alpha val="4549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4">
            <a:alphaModFix/>
          </a:blip>
          <a:srcRect b="40583" l="1960" r="0" t="2181"/>
          <a:stretch/>
        </p:blipFill>
        <p:spPr>
          <a:xfrm>
            <a:off x="13063" y="0"/>
            <a:ext cx="95881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 txBox="1"/>
          <p:nvPr/>
        </p:nvSpPr>
        <p:spPr>
          <a:xfrm>
            <a:off x="3966254" y="1114825"/>
            <a:ext cx="4259500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SoNex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Framework Design</a:t>
            </a:r>
            <a:endParaRPr b="0" i="0" sz="3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5103583" y="2836635"/>
            <a:ext cx="1984839" cy="517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SoNex Development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5323193" y="5448850"/>
            <a:ext cx="1545616" cy="496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4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version 07    |    March 2023</a:t>
            </a:r>
            <a:endParaRPr b="0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" name="Google Shape;3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44463" y="6051652"/>
            <a:ext cx="986086" cy="55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9284" y="2266179"/>
            <a:ext cx="3593432" cy="397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2"/>
          <p:cNvCxnSpPr>
            <a:stCxn id="46" idx="2"/>
            <a:endCxn id="47" idx="0"/>
          </p:cNvCxnSpPr>
          <p:nvPr/>
        </p:nvCxnSpPr>
        <p:spPr>
          <a:xfrm flipH="1">
            <a:off x="6125988" y="1727214"/>
            <a:ext cx="3600" cy="377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1078557" y="2262249"/>
            <a:ext cx="10102200" cy="3768600"/>
          </a:xfrm>
          <a:prstGeom prst="roundRect">
            <a:avLst>
              <a:gd fmla="val 2146" name="adj"/>
            </a:avLst>
          </a:prstGeom>
          <a:solidFill>
            <a:srgbClr val="DDEAF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89262" y="200163"/>
            <a:ext cx="362471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 Block Diagram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78557" y="827214"/>
            <a:ext cx="10102062" cy="900000"/>
          </a:xfrm>
          <a:prstGeom prst="roundRect">
            <a:avLst>
              <a:gd fmla="val 8496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994168" y="3142372"/>
            <a:ext cx="900000" cy="864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sz="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Patient</a:t>
            </a: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Scanner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Worklist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903306" y="3141553"/>
            <a:ext cx="900000" cy="864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Sign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Log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61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Sign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Log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Find password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05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Patient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9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Get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3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Show patient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Search / delete /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Scan / share / upload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37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Connect 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Display scan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Snapshot, recording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Dual screen 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81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Set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Export / 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75892" y="900000"/>
            <a:ext cx="1260000" cy="7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Permission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Initialize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Network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Download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78281" y="5122436"/>
            <a:ext cx="9897612" cy="768411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Common / 3</a:t>
            </a:r>
            <a:r>
              <a:rPr b="1" baseline="3000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rd</a:t>
            </a: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Party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FTP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Zip / unzip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Crypto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DCMTK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085030" y="3141553"/>
            <a:ext cx="900000" cy="864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Receive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085030" y="4121341"/>
            <a:ext cx="900000" cy="864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Video Encoder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Convert to MP4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903306" y="4118498"/>
            <a:ext cx="900000" cy="864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HTTP(s)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Multi-part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JSON ↔ bin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Async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055891" y="2104226"/>
            <a:ext cx="4140001" cy="36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Framework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171155" y="2593726"/>
            <a:ext cx="9904735" cy="36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Manage data flow between framework modules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2"/>
          <p:cNvGrpSpPr/>
          <p:nvPr/>
        </p:nvGrpSpPr>
        <p:grpSpPr>
          <a:xfrm>
            <a:off x="1171153" y="3132776"/>
            <a:ext cx="5223708" cy="1854195"/>
            <a:chOff x="713820" y="3123240"/>
            <a:chExt cx="5223708" cy="1854195"/>
          </a:xfrm>
        </p:grpSpPr>
        <p:sp>
          <p:nvSpPr>
            <p:cNvPr id="65" name="Google Shape;65;p2"/>
            <p:cNvSpPr/>
            <p:nvPr/>
          </p:nvSpPr>
          <p:spPr>
            <a:xfrm>
              <a:off x="713820" y="3275667"/>
              <a:ext cx="5223708" cy="1701768"/>
            </a:xfrm>
            <a:prstGeom prst="roundRect">
              <a:avLst>
                <a:gd fmla="val 2976" name="adj"/>
              </a:avLst>
            </a:prstGeom>
            <a:solidFill>
              <a:srgbClr val="E1EFD8"/>
            </a:solidFill>
            <a:ln cap="flat" cmpd="sng" w="127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850356" y="3123240"/>
              <a:ext cx="2914846" cy="36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SDK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SDK API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42933" y="4226395"/>
              <a:ext cx="900000" cy="633435"/>
            </a:xfrm>
            <a:prstGeom prst="rect">
              <a:avLst/>
            </a:prstGeom>
            <a:solidFill>
              <a:srgbClr val="C4E0B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Manager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1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Device connection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Send command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Receive stream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850356" y="4226395"/>
              <a:ext cx="900000" cy="633435"/>
            </a:xfrm>
            <a:prstGeom prst="rect">
              <a:avLst/>
            </a:prstGeom>
            <a:solidFill>
              <a:srgbClr val="C4E0B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Buffer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Stream data buffer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857779" y="4226395"/>
              <a:ext cx="900000" cy="633435"/>
            </a:xfrm>
            <a:prstGeom prst="rect">
              <a:avLst/>
            </a:prstGeom>
            <a:solidFill>
              <a:srgbClr val="C4E0B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RW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Save data to file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Load data from file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872625" y="4232331"/>
              <a:ext cx="900000" cy="627499"/>
            </a:xfrm>
            <a:prstGeom prst="rect">
              <a:avLst/>
            </a:prstGeom>
            <a:solidFill>
              <a:srgbClr val="C4E0B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Image rendering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Audio rendering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865202" y="4226395"/>
              <a:ext cx="900000" cy="633435"/>
            </a:xfrm>
            <a:prstGeom prst="rect">
              <a:avLst/>
            </a:prstGeom>
            <a:solidFill>
              <a:srgbClr val="C4E0B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Time Sync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Play time sync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42933" y="3643573"/>
              <a:ext cx="4929687" cy="36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SDK Business Logic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Manage data flow between SDK modules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2"/>
          <p:cNvSpPr/>
          <p:nvPr/>
        </p:nvSpPr>
        <p:spPr>
          <a:xfrm>
            <a:off x="10175892" y="3141553"/>
            <a:ext cx="900000" cy="864000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Dependent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Device permission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Wi-Fi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BT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Document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2"/>
          <p:cNvCxnSpPr>
            <a:stCxn id="46" idx="3"/>
            <a:endCxn id="73" idx="3"/>
          </p:cNvCxnSpPr>
          <p:nvPr/>
        </p:nvCxnSpPr>
        <p:spPr>
          <a:xfrm flipH="1">
            <a:off x="11075919" y="1277214"/>
            <a:ext cx="104700" cy="2296200"/>
          </a:xfrm>
          <a:prstGeom prst="bentConnector3">
            <a:avLst>
              <a:gd fmla="val -218338" name="adj1"/>
            </a:avLst>
          </a:prstGeom>
          <a:noFill/>
          <a:ln cap="flat" cmpd="sng" w="12700">
            <a:solidFill>
              <a:srgbClr val="FC391D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2"/>
          <p:cNvSpPr/>
          <p:nvPr/>
        </p:nvSpPr>
        <p:spPr>
          <a:xfrm>
            <a:off x="7994168" y="4118498"/>
            <a:ext cx="900000" cy="864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File RW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Read backup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Write backup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/>
        </p:nvSpPr>
        <p:spPr>
          <a:xfrm>
            <a:off x="589262" y="200163"/>
            <a:ext cx="206819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SDK Spec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696000" y="720000"/>
            <a:ext cx="5400000" cy="422768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장비 접속 및 명령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수행 결과 및 이벤트 수신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장비 상태 정보 확인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Setting (Preset)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Preset 적용 / 추가 / 수정 / 삭제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항목 설정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재생 시작 / 종료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Freeze 재생 / 이동 / 종료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Review 재생 / 이동 / 종료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속도 / 방향 설정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 데이터 수신 (Live raw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디코딩 데이터 수신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 적용 데이터 수신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 싱크 데이터 수신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렌더링 된 이미지 수신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Object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ROI, steer, depth, focus, zoom, scroll 조작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 추가 / 수정 / 삭제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 값 및 현재 설정 확인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 설정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096000" y="720000"/>
            <a:ext cx="5400000" cy="114992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Read,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영상, 오디오 파일로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파일 읽기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HCA, HCB, HCP, HCM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기능 별 사용 여부, 값 설정 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4"/>
          <p:cNvCxnSpPr>
            <a:stCxn id="88" idx="2"/>
            <a:endCxn id="89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89" name="Google Shape;89;p4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0" name="Google Shape;90;p4"/>
          <p:cNvCxnSpPr>
            <a:stCxn id="91" idx="2"/>
            <a:endCxn id="92" idx="0"/>
          </p:cNvCxnSpPr>
          <p:nvPr/>
        </p:nvCxnSpPr>
        <p:spPr>
          <a:xfrm>
            <a:off x="1678444" y="4157798"/>
            <a:ext cx="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93" name="Google Shape;93;p4"/>
          <p:cNvCxnSpPr>
            <a:stCxn id="94" idx="2"/>
            <a:endCxn id="95" idx="0"/>
          </p:cNvCxnSpPr>
          <p:nvPr/>
        </p:nvCxnSpPr>
        <p:spPr>
          <a:xfrm>
            <a:off x="3455932" y="3611861"/>
            <a:ext cx="0" cy="51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6" name="Google Shape;96;p4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589262" y="200163"/>
            <a:ext cx="3005951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SDK Block Diagram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58322" y="452275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953397" y="5304888"/>
            <a:ext cx="1440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SONON 장비와의 통신 연결, 데이터 전송 등의 통신을 담당하는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 네트워크 연결이 완료되어 있는 상태에서 동작.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2735932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입력된 영상, 음성 데이터를 버퍼에 쌓아 두고, 요청이 발생하면 해당하는 데이터를 내보내는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4512641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영상, 음성 데이터를 파일로 저장하거나 파일에서 영상, 음성 데이터를 읽어오는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4"/>
          <p:cNvGrpSpPr/>
          <p:nvPr/>
        </p:nvGrpSpPr>
        <p:grpSpPr>
          <a:xfrm>
            <a:off x="958444" y="2177798"/>
            <a:ext cx="1440000" cy="1980000"/>
            <a:chOff x="3174035" y="1480583"/>
            <a:chExt cx="1440000" cy="1980000"/>
          </a:xfrm>
        </p:grpSpPr>
        <p:sp>
          <p:nvSpPr>
            <p:cNvPr id="91" name="Google Shape;91;p4"/>
            <p:cNvSpPr/>
            <p:nvPr/>
          </p:nvSpPr>
          <p:spPr>
            <a:xfrm>
              <a:off x="3174035" y="1480583"/>
              <a:ext cx="1440000" cy="1980000"/>
            </a:xfrm>
            <a:prstGeom prst="rect">
              <a:avLst/>
            </a:prstGeom>
            <a:solidFill>
              <a:srgbClr val="DDEA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Manager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3282035" y="1970503"/>
              <a:ext cx="1224000" cy="770425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Control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282035" y="2965184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Data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390035" y="2269586"/>
              <a:ext cx="1008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Session Thread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6" name="Google Shape;106;p4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88" name="Google Shape;88;p4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Read / 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Writer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Reader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9" name="Google Shape;109;p4"/>
          <p:cNvSpPr/>
          <p:nvPr/>
        </p:nvSpPr>
        <p:spPr>
          <a:xfrm>
            <a:off x="9842766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Setting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0" name="Google Shape;110;p4"/>
          <p:cNvGrpSpPr/>
          <p:nvPr/>
        </p:nvGrpSpPr>
        <p:grpSpPr>
          <a:xfrm>
            <a:off x="2735932" y="2181878"/>
            <a:ext cx="1440000" cy="1429983"/>
            <a:chOff x="5268904" y="1851277"/>
            <a:chExt cx="1440000" cy="1429983"/>
          </a:xfrm>
        </p:grpSpPr>
        <p:sp>
          <p:nvSpPr>
            <p:cNvPr id="94" name="Google Shape;94;p4"/>
            <p:cNvSpPr/>
            <p:nvPr/>
          </p:nvSpPr>
          <p:spPr>
            <a:xfrm>
              <a:off x="5268904" y="1851277"/>
              <a:ext cx="1440000" cy="1429983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Buffer Control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5376904" y="2213228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Frame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5376904" y="275901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Audio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5" name="Google Shape;95;p4"/>
          <p:cNvSpPr/>
          <p:nvPr/>
        </p:nvSpPr>
        <p:spPr>
          <a:xfrm>
            <a:off x="2735932" y="4131690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35932" y="4522756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53397" y="1527555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 (Preset)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8066058" y="2177798"/>
            <a:ext cx="1440000" cy="1979999"/>
            <a:chOff x="8220507" y="2650703"/>
            <a:chExt cx="1440000" cy="1979999"/>
          </a:xfrm>
        </p:grpSpPr>
        <p:sp>
          <p:nvSpPr>
            <p:cNvPr id="116" name="Google Shape;116;p4"/>
            <p:cNvSpPr/>
            <p:nvPr/>
          </p:nvSpPr>
          <p:spPr>
            <a:xfrm>
              <a:off x="8220507" y="2650703"/>
              <a:ext cx="1440000" cy="1979999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Rendering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328506" y="4129052"/>
              <a:ext cx="1224000" cy="336623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Graphic Library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8506" y="356233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 Engine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328506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Next Frame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20" name="Google Shape;120;p4"/>
          <p:cNvSpPr txBox="1"/>
          <p:nvPr/>
        </p:nvSpPr>
        <p:spPr>
          <a:xfrm>
            <a:off x="6283523" y="5304888"/>
            <a:ext cx="1440000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모드에 따라 time sync를 맞춰 데이터를 내보내는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4"/>
          <p:cNvGrpSpPr/>
          <p:nvPr/>
        </p:nvGrpSpPr>
        <p:grpSpPr>
          <a:xfrm>
            <a:off x="6283523" y="2181877"/>
            <a:ext cx="1440000" cy="1429983"/>
            <a:chOff x="6317302" y="2650704"/>
            <a:chExt cx="1440000" cy="1429983"/>
          </a:xfrm>
        </p:grpSpPr>
        <p:sp>
          <p:nvSpPr>
            <p:cNvPr id="122" name="Google Shape;122;p4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FBE4D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Time Sync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Time Sync Engine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Buffers</a:t>
              </a:r>
              <a:endParaRPr b="0" i="0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25" name="Google Shape;125;p4"/>
          <p:cNvSpPr txBox="1"/>
          <p:nvPr/>
        </p:nvSpPr>
        <p:spPr>
          <a:xfrm>
            <a:off x="8066058" y="5304888"/>
            <a:ext cx="1440000" cy="68825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입력된 데이터를 렌더링하는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설정된 렌더링 형식에 따라 오버레이 등을 추가하여 렌더링.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Status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066058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Memory Pool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066058" y="452275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Renderer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5"/>
          <p:cNvCxnSpPr>
            <a:stCxn id="134" idx="2"/>
            <a:endCxn id="135" idx="0"/>
          </p:cNvCxnSpPr>
          <p:nvPr/>
        </p:nvCxnSpPr>
        <p:spPr>
          <a:xfrm>
            <a:off x="5232640" y="4157797"/>
            <a:ext cx="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35" name="Google Shape;135;p5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7" name="Google Shape;137;p5"/>
          <p:cNvCxnSpPr>
            <a:stCxn id="138" idx="2"/>
            <a:endCxn id="139" idx="0"/>
          </p:cNvCxnSpPr>
          <p:nvPr/>
        </p:nvCxnSpPr>
        <p:spPr>
          <a:xfrm>
            <a:off x="3455932" y="3611861"/>
            <a:ext cx="0" cy="9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40" name="Google Shape;140;p5"/>
          <p:cNvSpPr txBox="1"/>
          <p:nvPr/>
        </p:nvSpPr>
        <p:spPr>
          <a:xfrm>
            <a:off x="589262" y="200163"/>
            <a:ext cx="269817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Command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58322" y="452275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2735932" y="5304888"/>
            <a:ext cx="1440000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 설정에 따라 필요한 경우 버퍼의 데이터를 초기화.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4512641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작업 중단 및 완료 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Playback 명령이 들어온 경우, file reader가 작업을 시작.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58444" y="2177798"/>
            <a:ext cx="1440000" cy="19800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071012" y="3113550"/>
            <a:ext cx="1224000" cy="879220"/>
          </a:xfrm>
          <a:prstGeom prst="roundRect">
            <a:avLst>
              <a:gd fmla="val 5640" name="adj"/>
            </a:avLst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12640" y="2179829"/>
            <a:ext cx="1440000" cy="1977968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 /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735932" y="2181879"/>
            <a:ext cx="1440000" cy="142998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843931" y="3089687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735932" y="4522755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/ Audio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066058" y="2177798"/>
            <a:ext cx="1440000" cy="197999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Rendering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174057" y="3656147"/>
            <a:ext cx="1224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Graphic Library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174057" y="2542755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174057" y="3085352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Engine</a:t>
            </a:r>
            <a:endParaRPr b="0" i="0" sz="8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283523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버퍼의 남은 데이터를 제거.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모드에 따라 time sync 방식을 변경.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283523" y="2181877"/>
            <a:ext cx="1440000" cy="142998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391523" y="3089432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Sync Engine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395173" y="2546835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8066058" y="5304888"/>
            <a:ext cx="1440000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 데이터를 제거.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134094" y="3474679"/>
            <a:ext cx="1097837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2843932" y="2549099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Buffer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9" name="Google Shape;159;p5"/>
          <p:cNvCxnSpPr>
            <a:stCxn id="146" idx="2"/>
            <a:endCxn id="141" idx="0"/>
          </p:cNvCxnSpPr>
          <p:nvPr/>
        </p:nvCxnSpPr>
        <p:spPr>
          <a:xfrm flipH="1">
            <a:off x="1678212" y="3992770"/>
            <a:ext cx="4800" cy="5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" name="Google Shape;160;p5"/>
          <p:cNvCxnSpPr>
            <a:endCxn id="142" idx="0"/>
          </p:cNvCxnSpPr>
          <p:nvPr/>
        </p:nvCxnSpPr>
        <p:spPr>
          <a:xfrm flipH="1">
            <a:off x="3178146" y="737897"/>
            <a:ext cx="7500" cy="2115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1" name="Google Shape;161;p5"/>
          <p:cNvSpPr txBox="1"/>
          <p:nvPr/>
        </p:nvSpPr>
        <p:spPr>
          <a:xfrm>
            <a:off x="3178146" y="648000"/>
            <a:ext cx="13308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/ Framework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2" name="Google Shape;162;p5"/>
          <p:cNvCxnSpPr>
            <a:stCxn id="142" idx="2"/>
            <a:endCxn id="163" idx="0"/>
          </p:cNvCxnSpPr>
          <p:nvPr/>
        </p:nvCxnSpPr>
        <p:spPr>
          <a:xfrm flipH="1" rot="-5400000">
            <a:off x="3198546" y="1265620"/>
            <a:ext cx="237000" cy="277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5"/>
          <p:cNvCxnSpPr>
            <a:stCxn id="163" idx="2"/>
            <a:endCxn id="165" idx="1"/>
          </p:cNvCxnSpPr>
          <p:nvPr/>
        </p:nvCxnSpPr>
        <p:spPr>
          <a:xfrm rot="5400000">
            <a:off x="1837732" y="1096964"/>
            <a:ext cx="855600" cy="2380800"/>
          </a:xfrm>
          <a:prstGeom prst="bentConnector4">
            <a:avLst>
              <a:gd fmla="val 18650" name="adj1"/>
              <a:gd fmla="val 109600" name="adj2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" name="Google Shape;166;p5"/>
          <p:cNvCxnSpPr>
            <a:stCxn id="163" idx="2"/>
            <a:endCxn id="153" idx="0"/>
          </p:cNvCxnSpPr>
          <p:nvPr/>
        </p:nvCxnSpPr>
        <p:spPr>
          <a:xfrm flipH="1" rot="-5400000">
            <a:off x="5068582" y="246914"/>
            <a:ext cx="322200" cy="3547500"/>
          </a:xfrm>
          <a:prstGeom prst="bentConnector3">
            <a:avLst>
              <a:gd fmla="val 50017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5"/>
          <p:cNvCxnSpPr>
            <a:stCxn id="163" idx="2"/>
            <a:endCxn id="148" idx="0"/>
          </p:cNvCxnSpPr>
          <p:nvPr/>
        </p:nvCxnSpPr>
        <p:spPr>
          <a:xfrm flipH="1" rot="-5400000">
            <a:off x="5961832" y="-646336"/>
            <a:ext cx="318300" cy="533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8" name="Google Shape;168;p5"/>
          <p:cNvSpPr txBox="1"/>
          <p:nvPr/>
        </p:nvSpPr>
        <p:spPr>
          <a:xfrm>
            <a:off x="8046893" y="1124637"/>
            <a:ext cx="33377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/ Freeze / Playback 명령이 들어오면,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스트림 상태 값 변경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스트림의 in / out 연결 제거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모듈에 상태 변경 알림을 전달 (process index 변경)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모듈의 내부 처리 완료 확인 후 데이터 스트림의 in / out 연결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075173" y="2546835"/>
            <a:ext cx="1219839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953397" y="5305278"/>
            <a:ext cx="1440000" cy="81136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/ freeze 명령은 request queue에 추가되고, TX thread에서 순차 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Scanner에 live scan start 또는 live scan stop 명령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5"/>
          <p:cNvCxnSpPr>
            <a:stCxn id="165" idx="2"/>
            <a:endCxn id="146" idx="0"/>
          </p:cNvCxnSpPr>
          <p:nvPr/>
        </p:nvCxnSpPr>
        <p:spPr>
          <a:xfrm flipH="1">
            <a:off x="1682993" y="2883458"/>
            <a:ext cx="21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1" name="Google Shape;171;p5"/>
          <p:cNvSpPr/>
          <p:nvPr/>
        </p:nvSpPr>
        <p:spPr>
          <a:xfrm>
            <a:off x="4622816" y="3634261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Writer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626467" y="3088471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Reader</a:t>
            </a:r>
            <a:endParaRPr b="0" i="0" sz="8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22816" y="2554849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Buffer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066058" y="4523262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Renderer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5" name="Google Shape;175;p5"/>
          <p:cNvCxnSpPr>
            <a:stCxn id="163" idx="2"/>
            <a:endCxn id="138" idx="0"/>
          </p:cNvCxnSpPr>
          <p:nvPr/>
        </p:nvCxnSpPr>
        <p:spPr>
          <a:xfrm>
            <a:off x="3455932" y="1859564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" name="Google Shape;176;p5"/>
          <p:cNvCxnSpPr>
            <a:stCxn id="163" idx="2"/>
            <a:endCxn id="134" idx="0"/>
          </p:cNvCxnSpPr>
          <p:nvPr/>
        </p:nvCxnSpPr>
        <p:spPr>
          <a:xfrm flipH="1" rot="-5400000">
            <a:off x="4184032" y="1131464"/>
            <a:ext cx="320400" cy="177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" name="Google Shape;177;p5"/>
          <p:cNvSpPr/>
          <p:nvPr/>
        </p:nvSpPr>
        <p:spPr>
          <a:xfrm>
            <a:off x="953397" y="1527555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 (Preset)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Status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/>
        </p:nvSpPr>
        <p:spPr>
          <a:xfrm>
            <a:off x="589262" y="200163"/>
            <a:ext cx="265489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Flow – Live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58322" y="497637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Comm.</a:t>
            </a:r>
            <a:endParaRPr b="0" i="0" sz="9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2735932" y="5304888"/>
            <a:ext cx="1440000" cy="13038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buffer에 들어온 데이터를 decoding 작업 후 decoded buffer로 이동.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설정에 따라 필요한 경우 image filtering 작업을 수행하고 time sync로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decoded data를 file writer로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8046891" y="5218018"/>
            <a:ext cx="2555367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I/O 작업 단위로 데이터를 모아 파일에 저장.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Encoding이 필요한 경우, 버퍼에 담는 과정에서 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958444" y="2177797"/>
            <a:ext cx="1440000" cy="249282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057124" y="3658618"/>
            <a:ext cx="1224000" cy="879220"/>
          </a:xfrm>
          <a:prstGeom prst="roundRect">
            <a:avLst>
              <a:gd fmla="val 5640" name="adj"/>
            </a:avLst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283522" y="5218018"/>
            <a:ext cx="1440000" cy="1429982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 /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735932" y="2181878"/>
            <a:ext cx="1440000" cy="197591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843931" y="3089687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735932" y="4522755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/ Audio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283523" y="2187264"/>
            <a:ext cx="1440000" cy="197999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Rendering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391522" y="3665613"/>
            <a:ext cx="1224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Graphic Library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391522" y="2552221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391522" y="3094818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Engine</a:t>
            </a:r>
            <a:endParaRPr b="0" i="0" sz="8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4515538" y="3879057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buffe에 들어온 데이터를 live timestamp에 맞춰 image renderer와 audio renderer로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08960" y="2181878"/>
            <a:ext cx="1440000" cy="142998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620610" y="3087425"/>
            <a:ext cx="1229857" cy="336623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Sync Engine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620610" y="2546836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8046891" y="3115447"/>
            <a:ext cx="2118385" cy="105758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조작 상태에 따라 render object 상태를 계산하고 결과 값을 scan setting에 반영 후 SDK에 알림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 데이터를 texture로 만들고 제거.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object 정보를 갱신하고 graphic library를 이용하여 화면에 표시.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120206" y="4019747"/>
            <a:ext cx="1097837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Receive Buffer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843932" y="2549099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5" name="Google Shape;205;p6"/>
          <p:cNvCxnSpPr>
            <a:stCxn id="203" idx="2"/>
            <a:endCxn id="184" idx="0"/>
          </p:cNvCxnSpPr>
          <p:nvPr/>
        </p:nvCxnSpPr>
        <p:spPr>
          <a:xfrm>
            <a:off x="1669125" y="4356370"/>
            <a:ext cx="9300" cy="62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06" name="Google Shape;206;p6"/>
          <p:cNvSpPr txBox="1"/>
          <p:nvPr/>
        </p:nvSpPr>
        <p:spPr>
          <a:xfrm>
            <a:off x="8046893" y="1124637"/>
            <a:ext cx="37048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재생 중에는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장비에서 수신한 데이터를 취합하여 chunk 생성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연결 된 in / out에 따라 데이터 전달 및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중에 발생하는 사용자의 화면 조작 입력은 image renderer에서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조작 결과 발생하는 설정 변경은 scan setting에 반영하고</a:t>
            </a:r>
            <a:b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manager의 request queue에 추가 및 상위 레벨로 이벤트 발생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75173" y="2546835"/>
            <a:ext cx="1219839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949124" y="5674219"/>
            <a:ext cx="1440000" cy="93447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장치에서 수신한 소스 데이터를 chunk 단위로 모아 scan buffer controller의 encoded 버퍼에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setting이 변경된 경우, 장치에 설정 변경 명령을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391521" y="6150764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Writer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391521" y="5622293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Buffer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1" name="Google Shape;211;p6"/>
          <p:cNvCxnSpPr>
            <a:stCxn id="203" idx="3"/>
            <a:endCxn id="204" idx="1"/>
          </p:cNvCxnSpPr>
          <p:nvPr/>
        </p:nvCxnSpPr>
        <p:spPr>
          <a:xfrm flipH="1" rot="10800000">
            <a:off x="2218043" y="2717459"/>
            <a:ext cx="625800" cy="1470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2" name="Google Shape;212;p6"/>
          <p:cNvCxnSpPr>
            <a:stCxn id="204" idx="2"/>
            <a:endCxn id="192" idx="0"/>
          </p:cNvCxnSpPr>
          <p:nvPr/>
        </p:nvCxnSpPr>
        <p:spPr>
          <a:xfrm>
            <a:off x="3455932" y="2885722"/>
            <a:ext cx="0" cy="204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" name="Google Shape;213;p6"/>
          <p:cNvCxnSpPr>
            <a:stCxn id="192" idx="3"/>
            <a:endCxn id="201" idx="1"/>
          </p:cNvCxnSpPr>
          <p:nvPr/>
        </p:nvCxnSpPr>
        <p:spPr>
          <a:xfrm flipH="1" rot="10800000">
            <a:off x="4067931" y="2714999"/>
            <a:ext cx="552600" cy="54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6"/>
          <p:cNvCxnSpPr>
            <a:stCxn id="192" idx="3"/>
            <a:endCxn id="210" idx="1"/>
          </p:cNvCxnSpPr>
          <p:nvPr/>
        </p:nvCxnSpPr>
        <p:spPr>
          <a:xfrm>
            <a:off x="4067931" y="3257999"/>
            <a:ext cx="2323500" cy="2532600"/>
          </a:xfrm>
          <a:prstGeom prst="bentConnector3">
            <a:avLst>
              <a:gd fmla="val 11925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6"/>
          <p:cNvCxnSpPr>
            <a:stCxn id="201" idx="2"/>
            <a:endCxn id="200" idx="0"/>
          </p:cNvCxnSpPr>
          <p:nvPr/>
        </p:nvCxnSpPr>
        <p:spPr>
          <a:xfrm>
            <a:off x="5232610" y="2883459"/>
            <a:ext cx="3000" cy="204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6" name="Google Shape;216;p6"/>
          <p:cNvCxnSpPr>
            <a:stCxn id="200" idx="3"/>
            <a:endCxn id="196" idx="1"/>
          </p:cNvCxnSpPr>
          <p:nvPr/>
        </p:nvCxnSpPr>
        <p:spPr>
          <a:xfrm flipH="1" rot="10800000">
            <a:off x="5850467" y="2720537"/>
            <a:ext cx="541200" cy="53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6"/>
          <p:cNvCxnSpPr>
            <a:stCxn id="196" idx="2"/>
            <a:endCxn id="197" idx="0"/>
          </p:cNvCxnSpPr>
          <p:nvPr/>
        </p:nvCxnSpPr>
        <p:spPr>
          <a:xfrm>
            <a:off x="7003522" y="2888844"/>
            <a:ext cx="0" cy="20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8" name="Google Shape;218;p6"/>
          <p:cNvCxnSpPr>
            <a:stCxn id="197" idx="2"/>
            <a:endCxn id="195" idx="0"/>
          </p:cNvCxnSpPr>
          <p:nvPr/>
        </p:nvCxnSpPr>
        <p:spPr>
          <a:xfrm>
            <a:off x="7003522" y="3431441"/>
            <a:ext cx="0" cy="234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9" name="Google Shape;219;p6"/>
          <p:cNvSpPr/>
          <p:nvPr/>
        </p:nvSpPr>
        <p:spPr>
          <a:xfrm>
            <a:off x="6283522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Renderer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0" name="Google Shape;220;p6"/>
          <p:cNvCxnSpPr>
            <a:stCxn id="200" idx="3"/>
            <a:endCxn id="219" idx="1"/>
          </p:cNvCxnSpPr>
          <p:nvPr/>
        </p:nvCxnSpPr>
        <p:spPr>
          <a:xfrm>
            <a:off x="5850467" y="3255737"/>
            <a:ext cx="433200" cy="1435200"/>
          </a:xfrm>
          <a:prstGeom prst="bentConnector3">
            <a:avLst>
              <a:gd fmla="val 6231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1" name="Google Shape;221;p6"/>
          <p:cNvSpPr/>
          <p:nvPr/>
        </p:nvSpPr>
        <p:spPr>
          <a:xfrm>
            <a:off x="2839240" y="3661658"/>
            <a:ext cx="1238308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 Buffer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2" name="Google Shape;222;p6"/>
          <p:cNvCxnSpPr>
            <a:stCxn id="192" idx="1"/>
            <a:endCxn id="193" idx="1"/>
          </p:cNvCxnSpPr>
          <p:nvPr/>
        </p:nvCxnSpPr>
        <p:spPr>
          <a:xfrm flipH="1">
            <a:off x="2735931" y="3257999"/>
            <a:ext cx="108000" cy="1433100"/>
          </a:xfrm>
          <a:prstGeom prst="bentConnector3">
            <a:avLst>
              <a:gd fmla="val 207206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23" name="Google Shape;223;p6"/>
          <p:cNvCxnSpPr>
            <a:stCxn id="193" idx="0"/>
            <a:endCxn id="221" idx="2"/>
          </p:cNvCxnSpPr>
          <p:nvPr/>
        </p:nvCxnSpPr>
        <p:spPr>
          <a:xfrm flipH="1" rot="10800000">
            <a:off x="3455932" y="3998355"/>
            <a:ext cx="2400" cy="524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" name="Google Shape;224;p6"/>
          <p:cNvCxnSpPr>
            <a:stCxn id="221" idx="0"/>
            <a:endCxn id="192" idx="2"/>
          </p:cNvCxnSpPr>
          <p:nvPr/>
        </p:nvCxnSpPr>
        <p:spPr>
          <a:xfrm rot="10800000">
            <a:off x="3455994" y="3426458"/>
            <a:ext cx="2400" cy="23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5" name="Google Shape;225;p6"/>
          <p:cNvSpPr txBox="1"/>
          <p:nvPr/>
        </p:nvSpPr>
        <p:spPr>
          <a:xfrm>
            <a:off x="2512738" y="648000"/>
            <a:ext cx="13308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/ Framework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6" name="Google Shape;226;p6"/>
          <p:cNvCxnSpPr>
            <a:stCxn id="185" idx="2"/>
            <a:endCxn id="197" idx="3"/>
          </p:cNvCxnSpPr>
          <p:nvPr/>
        </p:nvCxnSpPr>
        <p:spPr>
          <a:xfrm flipH="1" rot="-5400000">
            <a:off x="4408296" y="55870"/>
            <a:ext cx="1977000" cy="4437300"/>
          </a:xfrm>
          <a:prstGeom prst="bentConnector4">
            <a:avLst>
              <a:gd fmla="val 6701" name="adj1"/>
              <a:gd fmla="val 105154" name="adj2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7" name="Google Shape;227;p6"/>
          <p:cNvCxnSpPr>
            <a:stCxn id="194" idx="0"/>
          </p:cNvCxnSpPr>
          <p:nvPr/>
        </p:nvCxnSpPr>
        <p:spPr>
          <a:xfrm flipH="1" rot="5400000">
            <a:off x="4173623" y="-642636"/>
            <a:ext cx="334500" cy="5325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28" name="Google Shape;228;p6"/>
          <p:cNvCxnSpPr>
            <a:endCxn id="207" idx="1"/>
          </p:cNvCxnSpPr>
          <p:nvPr/>
        </p:nvCxnSpPr>
        <p:spPr>
          <a:xfrm flipH="1" rot="-5400000">
            <a:off x="501273" y="2141247"/>
            <a:ext cx="1030800" cy="117000"/>
          </a:xfrm>
          <a:prstGeom prst="bentConnector3">
            <a:avLst>
              <a:gd fmla="val 7" name="adj1"/>
            </a:avLst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229" name="Google Shape;229;p6"/>
          <p:cNvSpPr/>
          <p:nvPr/>
        </p:nvSpPr>
        <p:spPr>
          <a:xfrm>
            <a:off x="953397" y="1527555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 (Preset)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Status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1" name="Google Shape;231;p6"/>
          <p:cNvCxnSpPr>
            <a:stCxn id="229" idx="0"/>
          </p:cNvCxnSpPr>
          <p:nvPr/>
        </p:nvCxnSpPr>
        <p:spPr>
          <a:xfrm flipH="1" rot="10800000">
            <a:off x="1673397" y="1286055"/>
            <a:ext cx="4800" cy="241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32" name="Google Shape;232;p6"/>
          <p:cNvCxnSpPr>
            <a:stCxn id="225" idx="3"/>
          </p:cNvCxnSpPr>
          <p:nvPr/>
        </p:nvCxnSpPr>
        <p:spPr>
          <a:xfrm>
            <a:off x="3843552" y="755722"/>
            <a:ext cx="164400" cy="1938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3" name="Google Shape;233;p6"/>
          <p:cNvCxnSpPr>
            <a:endCxn id="225" idx="1"/>
          </p:cNvCxnSpPr>
          <p:nvPr/>
        </p:nvCxnSpPr>
        <p:spPr>
          <a:xfrm rot="-5400000">
            <a:off x="2332138" y="768922"/>
            <a:ext cx="193800" cy="1674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234" name="Google Shape;234;p6"/>
          <p:cNvSpPr txBox="1"/>
          <p:nvPr/>
        </p:nvSpPr>
        <p:spPr>
          <a:xfrm>
            <a:off x="8057735" y="2180949"/>
            <a:ext cx="33666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흐름은 기본적으로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단계에서 발생한 데이터를 in link를 통해 버퍼에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모듈의 thread에서 버퍼의 데이터를 가져와서 처리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처리가 완료된 데이터를 out link를 통해 다음 단계의 버퍼에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071012" y="3113550"/>
            <a:ext cx="1224000" cy="310498"/>
          </a:xfrm>
          <a:prstGeom prst="roundRect">
            <a:avLst>
              <a:gd fmla="val 19026" name="adj"/>
            </a:avLst>
          </a:prstGeom>
          <a:solidFill>
            <a:srgbClr val="FF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6" name="Google Shape;236;p6"/>
          <p:cNvCxnSpPr>
            <a:stCxn id="207" idx="2"/>
            <a:endCxn id="235" idx="0"/>
          </p:cNvCxnSpPr>
          <p:nvPr/>
        </p:nvCxnSpPr>
        <p:spPr>
          <a:xfrm flipH="1">
            <a:off x="1682993" y="2883458"/>
            <a:ext cx="2100" cy="230100"/>
          </a:xfrm>
          <a:prstGeom prst="straightConnector1">
            <a:avLst/>
          </a:prstGeom>
          <a:noFill/>
          <a:ln cap="flat" cmpd="sng" w="9525">
            <a:solidFill>
              <a:srgbClr val="CC99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7" name="Google Shape;237;p6"/>
          <p:cNvCxnSpPr>
            <a:stCxn id="235" idx="1"/>
            <a:endCxn id="184" idx="1"/>
          </p:cNvCxnSpPr>
          <p:nvPr/>
        </p:nvCxnSpPr>
        <p:spPr>
          <a:xfrm flipH="1">
            <a:off x="958212" y="3268799"/>
            <a:ext cx="112800" cy="1875900"/>
          </a:xfrm>
          <a:prstGeom prst="bentConnector3">
            <a:avLst>
              <a:gd fmla="val 302562" name="adj1"/>
            </a:avLst>
          </a:prstGeom>
          <a:noFill/>
          <a:ln cap="flat" cmpd="sng" w="9525">
            <a:solidFill>
              <a:srgbClr val="CC99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8" name="Google Shape;238;p6"/>
          <p:cNvSpPr/>
          <p:nvPr/>
        </p:nvSpPr>
        <p:spPr>
          <a:xfrm>
            <a:off x="8046891" y="5788480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9" name="Google Shape;239;p6"/>
          <p:cNvCxnSpPr>
            <a:stCxn id="210" idx="2"/>
            <a:endCxn id="209" idx="0"/>
          </p:cNvCxnSpPr>
          <p:nvPr/>
        </p:nvCxnSpPr>
        <p:spPr>
          <a:xfrm>
            <a:off x="7003521" y="5958916"/>
            <a:ext cx="0" cy="191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0" name="Google Shape;240;p6"/>
          <p:cNvCxnSpPr>
            <a:stCxn id="209" idx="3"/>
            <a:endCxn id="238" idx="1"/>
          </p:cNvCxnSpPr>
          <p:nvPr/>
        </p:nvCxnSpPr>
        <p:spPr>
          <a:xfrm flipH="1" rot="10800000">
            <a:off x="7615521" y="5956676"/>
            <a:ext cx="431400" cy="36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/>
          <p:nvPr/>
        </p:nvSpPr>
        <p:spPr>
          <a:xfrm>
            <a:off x="589262" y="200163"/>
            <a:ext cx="4012637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Flow – Suspended (Freeze)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958322" y="4522756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Comm.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2735932" y="5040000"/>
            <a:ext cx="1440000" cy="15500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저장된 decoded buffer의 내용이 소스 데이터.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위치 및 방향에 따라 데이터 포인터 조정.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설정에 따라 필요한 경우 image filtering 작업을 수행하고 time sync로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decoded data를 file writer로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958444" y="2177798"/>
            <a:ext cx="1440000" cy="198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071012" y="3113550"/>
            <a:ext cx="1224000" cy="879220"/>
          </a:xfrm>
          <a:prstGeom prst="roundRect">
            <a:avLst>
              <a:gd fmla="val 5640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Thread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283522" y="5218018"/>
            <a:ext cx="1440000" cy="1429982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 /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735932" y="2181878"/>
            <a:ext cx="1440000" cy="197591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2843932" y="3663465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735932" y="4522755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/ Audio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283523" y="2187264"/>
            <a:ext cx="1440000" cy="197999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Rendering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91522" y="3665613"/>
            <a:ext cx="1224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Graphic Library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391522" y="2552221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391522" y="3094818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Engine</a:t>
            </a:r>
            <a:endParaRPr b="0" i="0" sz="8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4515538" y="3879057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buffe에 들어온 데이터를 playback timestamp에 맞춰 image renderer와 audio renderer로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508960" y="2181878"/>
            <a:ext cx="1440000" cy="142998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620610" y="3087425"/>
            <a:ext cx="1229857" cy="336623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Sync Engine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620610" y="2546836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8046891" y="3115447"/>
            <a:ext cx="2118385" cy="105758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조작 상태에 따라 render object 상태를 계산하고 결과 값을 scan setting에 반영 후 SDK에 알림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 데이터를 texture로 만들고 제거.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object 정보를 갱신하고 graphic library를 이용하여 화면에 표시.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134094" y="3474679"/>
            <a:ext cx="1097837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Receive Buffer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2843932" y="2549099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8046893" y="1124637"/>
            <a:ext cx="304121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Freeze 상태에서는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기존에 저장되어 있던 decoded buffer가 소스 데이터가 됨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연결 된 in / out에 따라 데이터 전달 및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화면 조작 입력은 image renderer에서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조작은 time sync와 scan buffer control에서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조작 결과 발생하는 설정 변경은 scan setting에 반영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1075173" y="2546835"/>
            <a:ext cx="1219839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391521" y="6150764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Writer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391521" y="5622293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Buffer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1" name="Google Shape;271;p7"/>
          <p:cNvCxnSpPr>
            <a:stCxn id="254" idx="3"/>
            <a:endCxn id="263" idx="1"/>
          </p:cNvCxnSpPr>
          <p:nvPr/>
        </p:nvCxnSpPr>
        <p:spPr>
          <a:xfrm flipH="1" rot="10800000">
            <a:off x="4067932" y="2715177"/>
            <a:ext cx="552600" cy="111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2" name="Google Shape;272;p7"/>
          <p:cNvCxnSpPr>
            <a:stCxn id="254" idx="3"/>
            <a:endCxn id="270" idx="1"/>
          </p:cNvCxnSpPr>
          <p:nvPr/>
        </p:nvCxnSpPr>
        <p:spPr>
          <a:xfrm>
            <a:off x="4067932" y="3831777"/>
            <a:ext cx="2323500" cy="1958700"/>
          </a:xfrm>
          <a:prstGeom prst="bentConnector3">
            <a:avLst>
              <a:gd fmla="val 11933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3" name="Google Shape;273;p7"/>
          <p:cNvCxnSpPr>
            <a:stCxn id="263" idx="2"/>
            <a:endCxn id="262" idx="0"/>
          </p:cNvCxnSpPr>
          <p:nvPr/>
        </p:nvCxnSpPr>
        <p:spPr>
          <a:xfrm>
            <a:off x="5232610" y="2883459"/>
            <a:ext cx="3000" cy="204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4" name="Google Shape;274;p7"/>
          <p:cNvCxnSpPr>
            <a:stCxn id="262" idx="3"/>
            <a:endCxn id="258" idx="1"/>
          </p:cNvCxnSpPr>
          <p:nvPr/>
        </p:nvCxnSpPr>
        <p:spPr>
          <a:xfrm flipH="1" rot="10800000">
            <a:off x="5850467" y="2720537"/>
            <a:ext cx="541200" cy="53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7"/>
          <p:cNvCxnSpPr>
            <a:stCxn id="258" idx="2"/>
            <a:endCxn id="259" idx="0"/>
          </p:cNvCxnSpPr>
          <p:nvPr/>
        </p:nvCxnSpPr>
        <p:spPr>
          <a:xfrm>
            <a:off x="7003522" y="2888844"/>
            <a:ext cx="0" cy="20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7"/>
          <p:cNvCxnSpPr>
            <a:stCxn id="259" idx="2"/>
            <a:endCxn id="257" idx="0"/>
          </p:cNvCxnSpPr>
          <p:nvPr/>
        </p:nvCxnSpPr>
        <p:spPr>
          <a:xfrm>
            <a:off x="7003522" y="3431441"/>
            <a:ext cx="0" cy="234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7" name="Google Shape;277;p7"/>
          <p:cNvSpPr/>
          <p:nvPr/>
        </p:nvSpPr>
        <p:spPr>
          <a:xfrm>
            <a:off x="6283522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Renderer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8" name="Google Shape;278;p7"/>
          <p:cNvCxnSpPr>
            <a:stCxn id="262" idx="3"/>
            <a:endCxn id="277" idx="1"/>
          </p:cNvCxnSpPr>
          <p:nvPr/>
        </p:nvCxnSpPr>
        <p:spPr>
          <a:xfrm>
            <a:off x="5850467" y="3255737"/>
            <a:ext cx="433200" cy="1435200"/>
          </a:xfrm>
          <a:prstGeom prst="bentConnector3">
            <a:avLst>
              <a:gd fmla="val 6231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9" name="Google Shape;279;p7"/>
          <p:cNvSpPr/>
          <p:nvPr/>
        </p:nvSpPr>
        <p:spPr>
          <a:xfrm>
            <a:off x="2836496" y="3106282"/>
            <a:ext cx="1238308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 Buffer</a:t>
            </a:r>
            <a:endParaRPr b="0" i="0" sz="9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0" name="Google Shape;280;p7"/>
          <p:cNvCxnSpPr>
            <a:stCxn id="279" idx="2"/>
            <a:endCxn id="254" idx="0"/>
          </p:cNvCxnSpPr>
          <p:nvPr/>
        </p:nvCxnSpPr>
        <p:spPr>
          <a:xfrm>
            <a:off x="3455650" y="3442905"/>
            <a:ext cx="300" cy="22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1" name="Google Shape;281;p7"/>
          <p:cNvSpPr txBox="1"/>
          <p:nvPr/>
        </p:nvSpPr>
        <p:spPr>
          <a:xfrm>
            <a:off x="2512738" y="648000"/>
            <a:ext cx="13308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/ Framework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2" name="Google Shape;282;p7"/>
          <p:cNvCxnSpPr>
            <a:endCxn id="259" idx="3"/>
          </p:cNvCxnSpPr>
          <p:nvPr/>
        </p:nvCxnSpPr>
        <p:spPr>
          <a:xfrm>
            <a:off x="5171422" y="1003529"/>
            <a:ext cx="2444100" cy="2259600"/>
          </a:xfrm>
          <a:prstGeom prst="bentConnector3">
            <a:avLst>
              <a:gd fmla="val 109353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3" name="Google Shape;283;p7"/>
          <p:cNvCxnSpPr>
            <a:stCxn id="256" idx="0"/>
          </p:cNvCxnSpPr>
          <p:nvPr/>
        </p:nvCxnSpPr>
        <p:spPr>
          <a:xfrm flipH="1" rot="5400000">
            <a:off x="4173623" y="-642636"/>
            <a:ext cx="334500" cy="5325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284" name="Google Shape;284;p7"/>
          <p:cNvSpPr/>
          <p:nvPr/>
        </p:nvSpPr>
        <p:spPr>
          <a:xfrm>
            <a:off x="953397" y="1527555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 (Preset)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5" name="Google Shape;285;p7"/>
          <p:cNvCxnSpPr>
            <a:stCxn id="284" idx="0"/>
          </p:cNvCxnSpPr>
          <p:nvPr/>
        </p:nvCxnSpPr>
        <p:spPr>
          <a:xfrm flipH="1" rot="10800000">
            <a:off x="1673397" y="1286055"/>
            <a:ext cx="4800" cy="241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86" name="Google Shape;286;p7"/>
          <p:cNvCxnSpPr>
            <a:stCxn id="281" idx="3"/>
          </p:cNvCxnSpPr>
          <p:nvPr/>
        </p:nvCxnSpPr>
        <p:spPr>
          <a:xfrm>
            <a:off x="3843552" y="755722"/>
            <a:ext cx="164400" cy="1938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7" name="Google Shape;287;p7"/>
          <p:cNvCxnSpPr>
            <a:endCxn id="281" idx="1"/>
          </p:cNvCxnSpPr>
          <p:nvPr/>
        </p:nvCxnSpPr>
        <p:spPr>
          <a:xfrm rot="-5400000">
            <a:off x="2332138" y="768922"/>
            <a:ext cx="193800" cy="1674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288" name="Google Shape;288;p7"/>
          <p:cNvSpPr txBox="1"/>
          <p:nvPr/>
        </p:nvSpPr>
        <p:spPr>
          <a:xfrm>
            <a:off x="8057735" y="2180949"/>
            <a:ext cx="33666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흐름은 기본적으로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단계에서 발생한 데이터를 in link를 통해 버퍼에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모듈의 thread에서 버퍼의 데이터를 가져와서 처리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처리가 완료된 데이터를 out link를 통해 다음 단계의 버퍼에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9" name="Google Shape;289;p7"/>
          <p:cNvCxnSpPr>
            <a:stCxn id="254" idx="2"/>
            <a:endCxn id="255" idx="0"/>
          </p:cNvCxnSpPr>
          <p:nvPr/>
        </p:nvCxnSpPr>
        <p:spPr>
          <a:xfrm>
            <a:off x="3455932" y="4000088"/>
            <a:ext cx="0" cy="522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90" name="Google Shape;290;p7"/>
          <p:cNvSpPr/>
          <p:nvPr/>
        </p:nvSpPr>
        <p:spPr>
          <a:xfrm>
            <a:off x="8046891" y="5788480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1" name="Google Shape;291;p7"/>
          <p:cNvCxnSpPr>
            <a:stCxn id="270" idx="2"/>
            <a:endCxn id="269" idx="0"/>
          </p:cNvCxnSpPr>
          <p:nvPr/>
        </p:nvCxnSpPr>
        <p:spPr>
          <a:xfrm>
            <a:off x="7003521" y="5958916"/>
            <a:ext cx="0" cy="191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2" name="Google Shape;292;p7"/>
          <p:cNvCxnSpPr>
            <a:stCxn id="269" idx="3"/>
            <a:endCxn id="290" idx="1"/>
          </p:cNvCxnSpPr>
          <p:nvPr/>
        </p:nvCxnSpPr>
        <p:spPr>
          <a:xfrm flipH="1" rot="10800000">
            <a:off x="7615521" y="5956676"/>
            <a:ext cx="431400" cy="36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3" name="Google Shape;293;p7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Status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4" name="Google Shape;294;p7"/>
          <p:cNvCxnSpPr>
            <a:stCxn id="248" idx="2"/>
            <a:endCxn id="293" idx="0"/>
          </p:cNvCxnSpPr>
          <p:nvPr/>
        </p:nvCxnSpPr>
        <p:spPr>
          <a:xfrm flipH="1" rot="-5400000">
            <a:off x="3198546" y="1265620"/>
            <a:ext cx="237000" cy="277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5" name="Google Shape;295;p7"/>
          <p:cNvCxnSpPr>
            <a:stCxn id="293" idx="3"/>
            <a:endCxn id="261" idx="0"/>
          </p:cNvCxnSpPr>
          <p:nvPr/>
        </p:nvCxnSpPr>
        <p:spPr>
          <a:xfrm>
            <a:off x="4175932" y="1691253"/>
            <a:ext cx="1053000" cy="4905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6" name="Google Shape;296;p7"/>
          <p:cNvCxnSpPr>
            <a:stCxn id="293" idx="2"/>
            <a:endCxn id="253" idx="0"/>
          </p:cNvCxnSpPr>
          <p:nvPr/>
        </p:nvCxnSpPr>
        <p:spPr>
          <a:xfrm>
            <a:off x="3455932" y="1859564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7" name="Google Shape;297;p7"/>
          <p:cNvSpPr txBox="1"/>
          <p:nvPr/>
        </p:nvSpPr>
        <p:spPr>
          <a:xfrm>
            <a:off x="8046891" y="5218018"/>
            <a:ext cx="2555367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I/O 작업 단위로 데이터를 모아 파일에 저장.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Encoding이 필요한 경우, 버퍼에 담는 과정에서 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/>
          <p:nvPr/>
        </p:nvSpPr>
        <p:spPr>
          <a:xfrm>
            <a:off x="2735932" y="2181878"/>
            <a:ext cx="1440000" cy="197591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843932" y="3663465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735932" y="4522755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/ Audio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2843932" y="2549099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836496" y="3106282"/>
            <a:ext cx="1238308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 Buffer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7" name="Google Shape;307;p8"/>
          <p:cNvCxnSpPr>
            <a:stCxn id="306" idx="2"/>
            <a:endCxn id="303" idx="0"/>
          </p:cNvCxnSpPr>
          <p:nvPr/>
        </p:nvCxnSpPr>
        <p:spPr>
          <a:xfrm>
            <a:off x="3455650" y="3442905"/>
            <a:ext cx="300" cy="22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8" name="Google Shape;308;p8"/>
          <p:cNvCxnSpPr>
            <a:stCxn id="303" idx="2"/>
            <a:endCxn id="304" idx="0"/>
          </p:cNvCxnSpPr>
          <p:nvPr/>
        </p:nvCxnSpPr>
        <p:spPr>
          <a:xfrm>
            <a:off x="3455932" y="4000088"/>
            <a:ext cx="0" cy="522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09" name="Google Shape;309;p8"/>
          <p:cNvSpPr txBox="1"/>
          <p:nvPr/>
        </p:nvSpPr>
        <p:spPr>
          <a:xfrm>
            <a:off x="589262" y="200163"/>
            <a:ext cx="5077031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Flow – On Demand (Review / Playback)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8"/>
          <p:cNvSpPr txBox="1"/>
          <p:nvPr/>
        </p:nvSpPr>
        <p:spPr>
          <a:xfrm>
            <a:off x="2735932" y="5040000"/>
            <a:ext cx="1440000" cy="13038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설정에 따라 필요한 경우 image filtering 작업을 수행하고 time sync로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위치 및 방향에 따라 데이터 포인터 조정.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raw data 형식을 사용하기 때문에 별도의 decoding 과정은 없음.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958322" y="2189241"/>
            <a:ext cx="1440000" cy="142262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 /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283523" y="2187264"/>
            <a:ext cx="1440000" cy="197999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Rendering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391522" y="3665613"/>
            <a:ext cx="1224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Graphic Library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391522" y="2552221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391522" y="3094818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Engine</a:t>
            </a:r>
            <a:endParaRPr b="0" i="0" sz="8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4515538" y="3879057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buffe에 들어온 데이터를 playback timestamp에 맞춰 image renderer와 audio renderer로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508960" y="2181878"/>
            <a:ext cx="1440000" cy="142998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620610" y="3087425"/>
            <a:ext cx="1229857" cy="336623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Sync Engine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4620610" y="2546836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 Buffer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8046891" y="3115447"/>
            <a:ext cx="2118385" cy="105758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조작 상태에 따라 render object 상태를 계산하고 결과 값을 scan setting에 반영 후 SDK에 알림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 데이터를 texture로 만들고 제거.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object 정보를 갱신하고 graphic library를 이용하여 화면에 표시.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069368" y="2546366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24" name="Google Shape;324;p8"/>
          <p:cNvCxnSpPr>
            <a:stCxn id="321" idx="2"/>
            <a:endCxn id="320" idx="0"/>
          </p:cNvCxnSpPr>
          <p:nvPr/>
        </p:nvCxnSpPr>
        <p:spPr>
          <a:xfrm>
            <a:off x="5232610" y="2883459"/>
            <a:ext cx="3000" cy="204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5" name="Google Shape;325;p8"/>
          <p:cNvCxnSpPr>
            <a:stCxn id="320" idx="3"/>
            <a:endCxn id="316" idx="1"/>
          </p:cNvCxnSpPr>
          <p:nvPr/>
        </p:nvCxnSpPr>
        <p:spPr>
          <a:xfrm flipH="1" rot="10800000">
            <a:off x="5850467" y="2720537"/>
            <a:ext cx="541200" cy="53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6" name="Google Shape;326;p8"/>
          <p:cNvCxnSpPr>
            <a:stCxn id="316" idx="2"/>
            <a:endCxn id="317" idx="0"/>
          </p:cNvCxnSpPr>
          <p:nvPr/>
        </p:nvCxnSpPr>
        <p:spPr>
          <a:xfrm>
            <a:off x="7003522" y="2888844"/>
            <a:ext cx="0" cy="20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7" name="Google Shape;327;p8"/>
          <p:cNvCxnSpPr>
            <a:stCxn id="317" idx="2"/>
            <a:endCxn id="315" idx="0"/>
          </p:cNvCxnSpPr>
          <p:nvPr/>
        </p:nvCxnSpPr>
        <p:spPr>
          <a:xfrm>
            <a:off x="7003522" y="3431441"/>
            <a:ext cx="0" cy="234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8" name="Google Shape;328;p8"/>
          <p:cNvSpPr/>
          <p:nvPr/>
        </p:nvSpPr>
        <p:spPr>
          <a:xfrm>
            <a:off x="6283522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Renderer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29" name="Google Shape;329;p8"/>
          <p:cNvCxnSpPr>
            <a:stCxn id="320" idx="3"/>
            <a:endCxn id="328" idx="1"/>
          </p:cNvCxnSpPr>
          <p:nvPr/>
        </p:nvCxnSpPr>
        <p:spPr>
          <a:xfrm>
            <a:off x="5850467" y="3255737"/>
            <a:ext cx="433200" cy="1435200"/>
          </a:xfrm>
          <a:prstGeom prst="bentConnector3">
            <a:avLst>
              <a:gd fmla="val 6231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0" name="Google Shape;330;p8"/>
          <p:cNvSpPr txBox="1"/>
          <p:nvPr/>
        </p:nvSpPr>
        <p:spPr>
          <a:xfrm>
            <a:off x="2512738" y="648000"/>
            <a:ext cx="13308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/ Framework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1" name="Google Shape;331;p8"/>
          <p:cNvCxnSpPr>
            <a:endCxn id="317" idx="3"/>
          </p:cNvCxnSpPr>
          <p:nvPr/>
        </p:nvCxnSpPr>
        <p:spPr>
          <a:xfrm>
            <a:off x="5171422" y="1003529"/>
            <a:ext cx="2444100" cy="2259600"/>
          </a:xfrm>
          <a:prstGeom prst="bentConnector3">
            <a:avLst>
              <a:gd fmla="val 109353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" name="Google Shape;332;p8"/>
          <p:cNvCxnSpPr>
            <a:stCxn id="314" idx="0"/>
          </p:cNvCxnSpPr>
          <p:nvPr/>
        </p:nvCxnSpPr>
        <p:spPr>
          <a:xfrm flipH="1" rot="5400000">
            <a:off x="4173623" y="-642636"/>
            <a:ext cx="334500" cy="5325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333" name="Google Shape;333;p8"/>
          <p:cNvSpPr/>
          <p:nvPr/>
        </p:nvSpPr>
        <p:spPr>
          <a:xfrm>
            <a:off x="953397" y="1527555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 (Preset)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Status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5" name="Google Shape;335;p8"/>
          <p:cNvCxnSpPr>
            <a:stCxn id="333" idx="0"/>
          </p:cNvCxnSpPr>
          <p:nvPr/>
        </p:nvCxnSpPr>
        <p:spPr>
          <a:xfrm flipH="1" rot="10800000">
            <a:off x="1673397" y="1286055"/>
            <a:ext cx="4800" cy="241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336" name="Google Shape;336;p8"/>
          <p:cNvCxnSpPr>
            <a:stCxn id="330" idx="3"/>
          </p:cNvCxnSpPr>
          <p:nvPr/>
        </p:nvCxnSpPr>
        <p:spPr>
          <a:xfrm>
            <a:off x="3843552" y="755722"/>
            <a:ext cx="164400" cy="1938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7" name="Google Shape;337;p8"/>
          <p:cNvCxnSpPr>
            <a:endCxn id="330" idx="1"/>
          </p:cNvCxnSpPr>
          <p:nvPr/>
        </p:nvCxnSpPr>
        <p:spPr>
          <a:xfrm rot="-5400000">
            <a:off x="2332138" y="768922"/>
            <a:ext cx="193800" cy="1674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338" name="Google Shape;338;p8"/>
          <p:cNvSpPr txBox="1"/>
          <p:nvPr/>
        </p:nvSpPr>
        <p:spPr>
          <a:xfrm>
            <a:off x="8057735" y="2180949"/>
            <a:ext cx="33666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흐름은 기본적으로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단계에서 발생한 데이터를 in link를 통해 버퍼에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모듈의 thread에서 버퍼의 데이터를 가져와서 처리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처리가 완료된 데이터를 out link를 통해 다음 단계의 버퍼에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9" name="Google Shape;339;p8"/>
          <p:cNvCxnSpPr>
            <a:stCxn id="303" idx="3"/>
            <a:endCxn id="321" idx="1"/>
          </p:cNvCxnSpPr>
          <p:nvPr/>
        </p:nvCxnSpPr>
        <p:spPr>
          <a:xfrm flipH="1" rot="10800000">
            <a:off x="4067932" y="2715177"/>
            <a:ext cx="552600" cy="111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0" name="Google Shape;340;p8"/>
          <p:cNvSpPr txBox="1"/>
          <p:nvPr/>
        </p:nvSpPr>
        <p:spPr>
          <a:xfrm>
            <a:off x="961368" y="5040000"/>
            <a:ext cx="1440000" cy="1673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reader가 파일에서 소스 데이터를 로딩.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위치 및 방향에 따라 데이터 포인터 조정.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 단위로 모인 데이터를 scan buffer controller의 decoded buffe로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Decoding이 필요한 경우, 데이터를 읽어오는 시점에서 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8"/>
          <p:cNvCxnSpPr>
            <a:stCxn id="323" idx="3"/>
            <a:endCxn id="306" idx="1"/>
          </p:cNvCxnSpPr>
          <p:nvPr/>
        </p:nvCxnSpPr>
        <p:spPr>
          <a:xfrm>
            <a:off x="2293368" y="2714678"/>
            <a:ext cx="543000" cy="55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2" name="Google Shape;342;p8"/>
          <p:cNvSpPr/>
          <p:nvPr/>
        </p:nvSpPr>
        <p:spPr>
          <a:xfrm>
            <a:off x="953397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3" name="Google Shape;343;p8"/>
          <p:cNvCxnSpPr>
            <a:stCxn id="342" idx="0"/>
            <a:endCxn id="323" idx="2"/>
          </p:cNvCxnSpPr>
          <p:nvPr/>
        </p:nvCxnSpPr>
        <p:spPr>
          <a:xfrm flipH="1" rot="10800000">
            <a:off x="1673397" y="2882954"/>
            <a:ext cx="8100" cy="1639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4" name="Google Shape;344;p8"/>
          <p:cNvSpPr txBox="1"/>
          <p:nvPr/>
        </p:nvSpPr>
        <p:spPr>
          <a:xfrm>
            <a:off x="8046893" y="1124637"/>
            <a:ext cx="33906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Playback 상태에서는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파일이 소스 데이터가 됨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연결 된 in / out에 따라 데이터 전달 및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화면 조작 입력은 image renderer에서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조작은 time sync와 scan buffer control, file reader에서 처리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조작 결과 발생하는 설정 변경은 scan setting에 반영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5" name="Google Shape;345;p8"/>
          <p:cNvCxnSpPr>
            <a:stCxn id="311" idx="2"/>
            <a:endCxn id="334" idx="0"/>
          </p:cNvCxnSpPr>
          <p:nvPr/>
        </p:nvCxnSpPr>
        <p:spPr>
          <a:xfrm flipH="1" rot="-5400000">
            <a:off x="3198546" y="1265620"/>
            <a:ext cx="237000" cy="277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6" name="Google Shape;346;p8"/>
          <p:cNvCxnSpPr>
            <a:stCxn id="334" idx="3"/>
            <a:endCxn id="319" idx="0"/>
          </p:cNvCxnSpPr>
          <p:nvPr/>
        </p:nvCxnSpPr>
        <p:spPr>
          <a:xfrm>
            <a:off x="4175932" y="1691253"/>
            <a:ext cx="1053000" cy="4905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7" name="Google Shape;347;p8"/>
          <p:cNvCxnSpPr>
            <a:stCxn id="334" idx="2"/>
            <a:endCxn id="302" idx="0"/>
          </p:cNvCxnSpPr>
          <p:nvPr/>
        </p:nvCxnSpPr>
        <p:spPr>
          <a:xfrm>
            <a:off x="3455932" y="1859564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8" name="Google Shape;348;p8"/>
          <p:cNvCxnSpPr>
            <a:stCxn id="334" idx="1"/>
            <a:endCxn id="313" idx="0"/>
          </p:cNvCxnSpPr>
          <p:nvPr/>
        </p:nvCxnSpPr>
        <p:spPr>
          <a:xfrm flipH="1">
            <a:off x="1678432" y="1691253"/>
            <a:ext cx="1057500" cy="4980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3" name="Google Shape;353;p9"/>
          <p:cNvCxnSpPr>
            <a:stCxn id="354" idx="3"/>
            <a:endCxn id="355" idx="1"/>
          </p:cNvCxnSpPr>
          <p:nvPr/>
        </p:nvCxnSpPr>
        <p:spPr>
          <a:xfrm>
            <a:off x="3460930" y="4631400"/>
            <a:ext cx="5877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356" name="Google Shape;356;p9"/>
          <p:cNvSpPr txBox="1"/>
          <p:nvPr/>
        </p:nvSpPr>
        <p:spPr>
          <a:xfrm>
            <a:off x="589262" y="200163"/>
            <a:ext cx="329449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Scanner Manager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739604" y="996652"/>
            <a:ext cx="5125335" cy="44422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Manage scanner device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930729" y="1958392"/>
            <a:ext cx="3188536" cy="33023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Control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026853" y="5760974"/>
            <a:ext cx="2948127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Communication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049944" y="2856541"/>
            <a:ext cx="1326062" cy="1158699"/>
          </a:xfrm>
          <a:prstGeom prst="roundRect">
            <a:avLst>
              <a:gd fmla="val 2456" name="adj"/>
            </a:avLst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466299" y="1351169"/>
            <a:ext cx="1224000" cy="742432"/>
          </a:xfrm>
          <a:prstGeom prst="roundRect">
            <a:avLst>
              <a:gd fmla="val 7742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Keep alive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Retry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163334" y="3216020"/>
            <a:ext cx="1080000" cy="642912"/>
          </a:xfrm>
          <a:prstGeom prst="roundRect">
            <a:avLst>
              <a:gd fmla="val 9180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 sessions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7475939" y="4184071"/>
            <a:ext cx="1224000" cy="894163"/>
          </a:xfrm>
          <a:prstGeom prst="roundRect">
            <a:avLst>
              <a:gd fmla="val 652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Device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7462602" y="2511503"/>
            <a:ext cx="1224000" cy="33662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 output*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048618" y="2286101"/>
            <a:ext cx="1326061" cy="36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66" name="Google Shape;366;p9"/>
          <p:cNvCxnSpPr>
            <a:stCxn id="367" idx="2"/>
            <a:endCxn id="365" idx="1"/>
          </p:cNvCxnSpPr>
          <p:nvPr/>
        </p:nvCxnSpPr>
        <p:spPr>
          <a:xfrm flipH="1" rot="-5400000">
            <a:off x="2967081" y="1384574"/>
            <a:ext cx="1447500" cy="7155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8" name="Google Shape;368;p9"/>
          <p:cNvCxnSpPr>
            <a:stCxn id="365" idx="2"/>
            <a:endCxn id="360" idx="0"/>
          </p:cNvCxnSpPr>
          <p:nvPr/>
        </p:nvCxnSpPr>
        <p:spPr>
          <a:xfrm>
            <a:off x="4711649" y="2646101"/>
            <a:ext cx="1200" cy="210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9" name="Google Shape;369;p9"/>
          <p:cNvCxnSpPr>
            <a:stCxn id="361" idx="1"/>
            <a:endCxn id="365" idx="3"/>
          </p:cNvCxnSpPr>
          <p:nvPr/>
        </p:nvCxnSpPr>
        <p:spPr>
          <a:xfrm flipH="1">
            <a:off x="5374699" y="1722385"/>
            <a:ext cx="2091600" cy="743700"/>
          </a:xfrm>
          <a:prstGeom prst="bentConnector3">
            <a:avLst>
              <a:gd fmla="val 90312" name="adj1"/>
            </a:avLst>
          </a:prstGeom>
          <a:noFill/>
          <a:ln cap="flat" cmpd="sng" w="9525">
            <a:solidFill>
              <a:srgbClr val="7F7F7F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367" name="Google Shape;367;p9"/>
          <p:cNvSpPr txBox="1"/>
          <p:nvPr/>
        </p:nvSpPr>
        <p:spPr>
          <a:xfrm>
            <a:off x="2926559" y="680020"/>
            <a:ext cx="8130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9097680" y="2572092"/>
            <a:ext cx="81304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9"/>
          <p:cNvSpPr txBox="1"/>
          <p:nvPr/>
        </p:nvSpPr>
        <p:spPr>
          <a:xfrm>
            <a:off x="9097680" y="3225346"/>
            <a:ext cx="121058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Controller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5672009" y="2863057"/>
            <a:ext cx="1326062" cy="1158699"/>
          </a:xfrm>
          <a:prstGeom prst="roundRect">
            <a:avLst>
              <a:gd fmla="val 2456" name="adj"/>
            </a:avLst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1698171" y="4168014"/>
            <a:ext cx="1762759" cy="926771"/>
          </a:xfrm>
          <a:prstGeom prst="roundRect">
            <a:avLst>
              <a:gd fmla="val 5475" name="adj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Data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 / protocol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Code?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ini / json?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789186" y="3216020"/>
            <a:ext cx="1080000" cy="642912"/>
          </a:xfrm>
          <a:prstGeom prst="roundRect">
            <a:avLst>
              <a:gd fmla="val 9180" name="adj"/>
            </a:avLst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sessions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9"/>
          <p:cNvCxnSpPr>
            <a:endCxn id="373" idx="2"/>
          </p:cNvCxnSpPr>
          <p:nvPr/>
        </p:nvCxnSpPr>
        <p:spPr>
          <a:xfrm rot="10800000">
            <a:off x="6329186" y="3858932"/>
            <a:ext cx="0" cy="1902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5" name="Google Shape;375;p9"/>
          <p:cNvCxnSpPr>
            <a:stCxn id="372" idx="0"/>
            <a:endCxn id="376" idx="2"/>
          </p:cNvCxnSpPr>
          <p:nvPr/>
        </p:nvCxnSpPr>
        <p:spPr>
          <a:xfrm rot="10800000">
            <a:off x="6335040" y="2640457"/>
            <a:ext cx="0" cy="222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7" name="Google Shape;377;p9"/>
          <p:cNvCxnSpPr>
            <a:stCxn id="364" idx="3"/>
            <a:endCxn id="370" idx="1"/>
          </p:cNvCxnSpPr>
          <p:nvPr/>
        </p:nvCxnSpPr>
        <p:spPr>
          <a:xfrm>
            <a:off x="8686602" y="2679815"/>
            <a:ext cx="411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6" name="Google Shape;376;p9"/>
          <p:cNvSpPr/>
          <p:nvPr/>
        </p:nvSpPr>
        <p:spPr>
          <a:xfrm>
            <a:off x="5672009" y="2303897"/>
            <a:ext cx="1326062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Receive Buffer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78" name="Google Shape;378;p9"/>
          <p:cNvCxnSpPr>
            <a:stCxn id="362" idx="2"/>
          </p:cNvCxnSpPr>
          <p:nvPr/>
        </p:nvCxnSpPr>
        <p:spPr>
          <a:xfrm>
            <a:off x="4703334" y="3858932"/>
            <a:ext cx="0" cy="1902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5" name="Google Shape;355;p9"/>
          <p:cNvSpPr/>
          <p:nvPr/>
        </p:nvSpPr>
        <p:spPr>
          <a:xfrm>
            <a:off x="4048619" y="4168014"/>
            <a:ext cx="2949452" cy="926771"/>
          </a:xfrm>
          <a:prstGeom prst="roundRect">
            <a:avLst>
              <a:gd fmla="val 54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 common (default) command set when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Loading from stored command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Packet generator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rgbClr val="1E4E79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Packet parser</a:t>
            </a:r>
            <a:endParaRPr b="0" i="0" sz="800" u="none" cap="none" strike="noStrike">
              <a:solidFill>
                <a:srgbClr val="1E4E7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7462867" y="3164757"/>
            <a:ext cx="1224000" cy="33662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0" name="Google Shape;380;p9"/>
          <p:cNvCxnSpPr>
            <a:stCxn id="379" idx="3"/>
            <a:endCxn id="371" idx="1"/>
          </p:cNvCxnSpPr>
          <p:nvPr/>
        </p:nvCxnSpPr>
        <p:spPr>
          <a:xfrm>
            <a:off x="8686867" y="3333068"/>
            <a:ext cx="4107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1" name="Google Shape;381;p9"/>
          <p:cNvCxnSpPr>
            <a:stCxn id="373" idx="3"/>
            <a:endCxn id="363" idx="1"/>
          </p:cNvCxnSpPr>
          <p:nvPr/>
        </p:nvCxnSpPr>
        <p:spPr>
          <a:xfrm>
            <a:off x="6869186" y="3537476"/>
            <a:ext cx="606900" cy="1093800"/>
          </a:xfrm>
          <a:prstGeom prst="bentConnector3">
            <a:avLst>
              <a:gd fmla="val 62707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2" name="Google Shape;382;p9"/>
          <p:cNvCxnSpPr>
            <a:stCxn id="376" idx="3"/>
            <a:endCxn id="379" idx="1"/>
          </p:cNvCxnSpPr>
          <p:nvPr/>
        </p:nvCxnSpPr>
        <p:spPr>
          <a:xfrm>
            <a:off x="6998071" y="2472209"/>
            <a:ext cx="464700" cy="8610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3" name="Google Shape;383;p9"/>
          <p:cNvCxnSpPr>
            <a:stCxn id="376" idx="3"/>
            <a:endCxn id="364" idx="1"/>
          </p:cNvCxnSpPr>
          <p:nvPr/>
        </p:nvCxnSpPr>
        <p:spPr>
          <a:xfrm>
            <a:off x="6998071" y="2472209"/>
            <a:ext cx="464400" cy="20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"/>
          <p:cNvSpPr txBox="1"/>
          <p:nvPr/>
        </p:nvSpPr>
        <p:spPr>
          <a:xfrm>
            <a:off x="589262" y="200163"/>
            <a:ext cx="408477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Scanner Manager Description 1/2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9" name="Google Shape;389;p10"/>
          <p:cNvSpPr txBox="1"/>
          <p:nvPr/>
        </p:nvSpPr>
        <p:spPr>
          <a:xfrm>
            <a:off x="696000" y="720000"/>
            <a:ext cx="10800000" cy="484324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장비 접속 및 통신 관련 기능을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thread, object life cycle 관리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복수의 장치에 대한 연결은 별도의 scanner manager 생성 검토 (1:1 통신 기본)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 명령과 접속 정보가 request queue에 들어오면 TX / RX session 생성 및 통신 시작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 시에는 공통적인 명령 셋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접속에 성공한 경우, 장치의 model 및 protocol version 정보에 따라 해당하는 command set을 로딩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 이후에는 로딩된 command set을 이용하여 통신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 및 protocol version 정보에 따라 필요한 경우 제어 채널과 데이터 채널을 분리하여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기존에 접속된 장치와 다른 장치에 대해 접속을 시도하는 경우, 이전 접속 장비에 대한 접속 종료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또는 내부에서 발생하는 장치 접속 또는 각종 명령의 대기 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명령은 즉시 처리되지만, 다수의 명령이 연속으로 들어오거나 통신 오류가 발생할 경우에 대응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모바일에서는 main thread (UI thread)에서 통신 관련 처리를 금지하고 있기 때문에 TX thread 분리 처리를 위한 부분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장치에 명령을 전송하는 역할을 전담하는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모바일에서는 main thread (UI thread)에서 통신 관련 처리를 금지하고 있기 때문에 별도로 구성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queue에 들어온 명령을 순차적으로 수행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Session 개수와 상관없이 하나의 thread에서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접속된 장치에서 넘어오는 데이터의 수신을 전담하는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Session 개수에 따라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파싱 한 데이터를 chunk 단위로 receive buffer에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Receive buffer에 저장된 명령에 대한 결과, 값, 이벤트 등은 event output*을 통해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Receive buffer에 저장된 이미지 또는 음성 데이터의 경우, data output*을 통해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output*에서는 값은 버퍼에 저장 후 종료해야 하며, output*에서 장시간 작업을 하면 통신이 멈출 수 있음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"/>
          <p:cNvSpPr txBox="1"/>
          <p:nvPr/>
        </p:nvSpPr>
        <p:spPr>
          <a:xfrm>
            <a:off x="589262" y="200163"/>
            <a:ext cx="4120039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Scanner Manager Description 2/2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696000" y="720000"/>
            <a:ext cx="10800000" cy="545879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통신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Thread 방식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 / data 분리 채널 및 통합 채널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TCP 기본, UDP 지원은 필요 여부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 / protocol version 별 명령 묶음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별 호환성 처리를 위한 부분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단순히 명령에 해당하는 패킷 구조만을 담은 방식을 사용할 경우, ini / json 등의 파일로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set을 interface로 하는 실질적인 코드로 구성할 경우는 SDK에 코드 형식으로 포함할 지, 라이브러리 형태로 추가할 지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앱에서 지원하는 펌웨어 버전에 대한 범위가 결정됨 (상위 버전도 지원 가능)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타사 장비에 대한 처리 가능 여부는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Receive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장치로부터 수신한 결과, 이벤트, 초음파 영상 및 CF, M, PW 데이터, 음성 데이터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 완성 시 event output* 또는 data output*으로 데이터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버퍼 사이즈가 클 필요는 없으며, queue 또는 vector 형식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Device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접속된 장치의 상태 및 정보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 이후 keep alive 주기에 따른 명령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필요에 따라 timeout 처리 또는 retry 타이밍 조정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명령은 request queue로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영상 및 음성 데이터 등을 전달하는 포인터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scan buffer controller 쪽으로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포인터를 다른 곳으로 연결하면 장치에서 나온 원본 데이터 처리 가능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 Output*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수행 결과, 오류, 반환 값 등을 전달하는 포인터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SDK interface 쪽으로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2"/>
          <p:cNvSpPr txBox="1"/>
          <p:nvPr/>
        </p:nvSpPr>
        <p:spPr>
          <a:xfrm>
            <a:off x="589262" y="200163"/>
            <a:ext cx="362150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Scan Buffer Controller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898924" y="1465728"/>
            <a:ext cx="2748824" cy="40741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direction / seek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Output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3387028" y="4428074"/>
            <a:ext cx="1080000" cy="952444"/>
          </a:xfrm>
          <a:prstGeom prst="roundRect">
            <a:avLst>
              <a:gd fmla="val 6069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Buffer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2090047" y="4428074"/>
            <a:ext cx="1080000" cy="952445"/>
          </a:xfrm>
          <a:prstGeom prst="roundRect">
            <a:avLst>
              <a:gd fmla="val 533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B/ CF/ PW/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12"/>
          <p:cNvCxnSpPr>
            <a:stCxn id="405" idx="2"/>
          </p:cNvCxnSpPr>
          <p:nvPr/>
        </p:nvCxnSpPr>
        <p:spPr>
          <a:xfrm>
            <a:off x="2630048" y="3073933"/>
            <a:ext cx="0" cy="261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6" name="Google Shape;406;p12"/>
          <p:cNvSpPr txBox="1"/>
          <p:nvPr/>
        </p:nvSpPr>
        <p:spPr>
          <a:xfrm>
            <a:off x="5760000" y="720000"/>
            <a:ext cx="5760000" cy="561268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영상, 음성 데이터를 디코딩 후 버퍼에 보관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위치 및 재생 방향에 따라 데이터를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외부에서 들어오는 데이터를 담는 버퍼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디코딩이 필요 없거나 디코딩이 완료되면 decoded buffer로 이동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 변경 시 버퍼 데이터 초기화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Queue 또는 vector 형식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 Frame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디코딩 된 이미지 데이터를 저장하는 버퍼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n 프레임의 데이터를 저장하고 탐색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 모드에 따른 데이터 구분 필요 (B, CF, PW, 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전방 및 후방에서 데이터 추가 / 삭제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임의의 위치에 데이터 접근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Deque 사용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Decoded Audio Buffer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디코딩 된 음성 데이터를 저장하는 버퍼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 데이터와 데이터 동기화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전방 및 후방에서 데이터 추가 / 삭제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임의의 위치에 데이터 접근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Deque 사용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buffer의 데이터를 디코딩 후 decoded buffer로 이동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위치 및 재생 방향에 따라 영상과 음성 데이터를 전달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설정에 따라 전달 과정에서 필터링 작업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output*을 통해 데이터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영상 및 음성 데이터 등을 전달하는 포인터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time sync engine 쪽으로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포인터를 다른 곳으로 연결하면 디코딩 된 raw data 또는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 처리가 완료된 데이터 획득 가능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4808064" y="2080048"/>
            <a:ext cx="78804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Sync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12"/>
          <p:cNvSpPr txBox="1"/>
          <p:nvPr/>
        </p:nvSpPr>
        <p:spPr>
          <a:xfrm>
            <a:off x="732772" y="2018493"/>
            <a:ext cx="10022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File Reader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9" name="Google Shape;409;p12"/>
          <p:cNvCxnSpPr>
            <a:stCxn id="408" idx="3"/>
            <a:endCxn id="405" idx="0"/>
          </p:cNvCxnSpPr>
          <p:nvPr/>
        </p:nvCxnSpPr>
        <p:spPr>
          <a:xfrm>
            <a:off x="1735034" y="2187770"/>
            <a:ext cx="894900" cy="2112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5" name="Google Shape;405;p12"/>
          <p:cNvSpPr/>
          <p:nvPr/>
        </p:nvSpPr>
        <p:spPr>
          <a:xfrm>
            <a:off x="2090048" y="2398894"/>
            <a:ext cx="1079999" cy="675039"/>
          </a:xfrm>
          <a:prstGeom prst="roundRect">
            <a:avLst>
              <a:gd fmla="val 4846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Encoded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12"/>
          <p:cNvGrpSpPr/>
          <p:nvPr/>
        </p:nvGrpSpPr>
        <p:grpSpPr>
          <a:xfrm>
            <a:off x="376767" y="3399322"/>
            <a:ext cx="1305176" cy="715434"/>
            <a:chOff x="376767" y="3399322"/>
            <a:chExt cx="1305176" cy="715434"/>
          </a:xfrm>
        </p:grpSpPr>
        <p:sp>
          <p:nvSpPr>
            <p:cNvPr id="411" name="Google Shape;411;p12"/>
            <p:cNvSpPr/>
            <p:nvPr/>
          </p:nvSpPr>
          <p:spPr>
            <a:xfrm>
              <a:off x="376767" y="3399322"/>
              <a:ext cx="1305176" cy="336623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Process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2" name="Google Shape;412;p12"/>
            <p:cNvSpPr/>
            <p:nvPr/>
          </p:nvSpPr>
          <p:spPr>
            <a:xfrm>
              <a:off x="376767" y="3778133"/>
              <a:ext cx="1305176" cy="336623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Audio Process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13" name="Google Shape;413;p12"/>
          <p:cNvCxnSpPr>
            <a:stCxn id="403" idx="0"/>
          </p:cNvCxnSpPr>
          <p:nvPr/>
        </p:nvCxnSpPr>
        <p:spPr>
          <a:xfrm rot="10800000">
            <a:off x="2630047" y="4166174"/>
            <a:ext cx="0" cy="261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14" name="Google Shape;414;p12"/>
          <p:cNvCxnSpPr>
            <a:stCxn id="402" idx="0"/>
          </p:cNvCxnSpPr>
          <p:nvPr/>
        </p:nvCxnSpPr>
        <p:spPr>
          <a:xfrm rot="10800000">
            <a:off x="3927028" y="4166174"/>
            <a:ext cx="0" cy="261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15" name="Google Shape;415;p12"/>
          <p:cNvCxnSpPr>
            <a:stCxn id="416" idx="1"/>
          </p:cNvCxnSpPr>
          <p:nvPr/>
        </p:nvCxnSpPr>
        <p:spPr>
          <a:xfrm rot="10800000">
            <a:off x="1682051" y="3753035"/>
            <a:ext cx="40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416" name="Google Shape;416;p12"/>
          <p:cNvSpPr/>
          <p:nvPr/>
        </p:nvSpPr>
        <p:spPr>
          <a:xfrm>
            <a:off x="2090051" y="3340018"/>
            <a:ext cx="2376977" cy="826034"/>
          </a:xfrm>
          <a:prstGeom prst="roundRect">
            <a:avLst>
              <a:gd fmla="val 5330" name="adj"/>
            </a:avLst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Transfer image / audio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/ audio process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387029" y="2398894"/>
            <a:ext cx="1079999" cy="675039"/>
          </a:xfrm>
          <a:prstGeom prst="roundRect">
            <a:avLst>
              <a:gd fmla="val 4846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12"/>
          <p:cNvCxnSpPr>
            <a:stCxn id="417" idx="0"/>
            <a:endCxn id="407" idx="1"/>
          </p:cNvCxnSpPr>
          <p:nvPr/>
        </p:nvCxnSpPr>
        <p:spPr>
          <a:xfrm rot="-5400000">
            <a:off x="4261979" y="1852744"/>
            <a:ext cx="211200" cy="8811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9" name="Google Shape;419;p12"/>
          <p:cNvCxnSpPr>
            <a:endCxn id="417" idx="2"/>
          </p:cNvCxnSpPr>
          <p:nvPr/>
        </p:nvCxnSpPr>
        <p:spPr>
          <a:xfrm rot="10800000">
            <a:off x="3927029" y="3073933"/>
            <a:ext cx="0" cy="261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 txBox="1"/>
          <p:nvPr/>
        </p:nvSpPr>
        <p:spPr>
          <a:xfrm>
            <a:off x="5760000" y="720000"/>
            <a:ext cx="5760000" cy="407379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이미지를 가공하는 기능을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 모듈 로딩 및 관리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요청 발생 시 filtering sequence 생성 및 수행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 thread 없이 요청한 thread에서 작업 수행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Convert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타입에 따라 사용할 필터 종류 및 사용 순서 지정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설정은 image process를 사용하는 쪽에서 관리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동작에 따라 여러 개의 설정을 두고 필요한 설정과 함께 작업 시작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Filtering Sequence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가공을 수행하는 단계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Convert setting에 설정된 필터 종류와 순서에 따라 작업 전에 구성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구성된 작업 순서에 따라 순차적으로 필터 수행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작업이 완료된 이미지를 반환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호출 thread에서 동작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 image는 source image에서 복제하여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가공 작업에 memory pool 사용 여부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필터는 동일한 인터페이스로 구성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필터는 필요에 따라 image process와 독립적인 life cycle을 가짐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필터들은 image process에서 로딩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필터들은 SDK 또는 외부에서 생성 및 등록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388022" y="2529064"/>
            <a:ext cx="1489989" cy="197333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External Filters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p13"/>
          <p:cNvSpPr txBox="1"/>
          <p:nvPr/>
        </p:nvSpPr>
        <p:spPr>
          <a:xfrm>
            <a:off x="589262" y="200163"/>
            <a:ext cx="302839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Process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2071114" y="1412290"/>
            <a:ext cx="3272775" cy="39850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Loaded filter module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and execute filtering sequence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2262239" y="2263626"/>
            <a:ext cx="2891646" cy="2504212"/>
          </a:xfrm>
          <a:prstGeom prst="roundRect">
            <a:avLst>
              <a:gd fmla="val 2456" name="adj"/>
            </a:avLst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Filtering Sequence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2627966" y="5678852"/>
            <a:ext cx="7232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521482" y="3771372"/>
            <a:ext cx="1224000" cy="552700"/>
          </a:xfrm>
          <a:prstGeom prst="roundRect">
            <a:avLst>
              <a:gd fmla="val 774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CVIE Filter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Context Vision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21482" y="2851176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Conversion</a:t>
            </a:r>
            <a:endParaRPr b="0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3792729" y="2586705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Gray Filter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3792729" y="3966998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Colorize Filter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521482" y="3311274"/>
            <a:ext cx="1224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Average</a:t>
            </a:r>
            <a:endParaRPr b="0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792729" y="3046804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 Hole Filter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2377603" y="4426772"/>
            <a:ext cx="1224000" cy="812686"/>
          </a:xfrm>
          <a:prstGeom prst="roundRect">
            <a:avLst>
              <a:gd fmla="val 716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Convert Settings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 order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2377605" y="2586705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JPEG Decoder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2377605" y="3046804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JPEG Encoder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3794708" y="3506901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SRI Filter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0" name="Google Shape;440;p13"/>
          <p:cNvCxnSpPr>
            <a:stCxn id="425" idx="3"/>
            <a:endCxn id="428" idx="1"/>
          </p:cNvCxnSpPr>
          <p:nvPr/>
        </p:nvCxnSpPr>
        <p:spPr>
          <a:xfrm>
            <a:off x="1878011" y="3515732"/>
            <a:ext cx="384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441" name="Google Shape;441;p13"/>
          <p:cNvSpPr/>
          <p:nvPr/>
        </p:nvSpPr>
        <p:spPr>
          <a:xfrm>
            <a:off x="2377605" y="3507222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Resize Filter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2377604" y="3966997"/>
            <a:ext cx="1224000" cy="336623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Pixel Format Filter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4043091" y="5678852"/>
            <a:ext cx="7232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4" name="Google Shape;444;p13"/>
          <p:cNvCxnSpPr>
            <a:stCxn id="429" idx="0"/>
            <a:endCxn id="436" idx="2"/>
          </p:cNvCxnSpPr>
          <p:nvPr/>
        </p:nvCxnSpPr>
        <p:spPr>
          <a:xfrm rot="10800000">
            <a:off x="2989604" y="5239352"/>
            <a:ext cx="0" cy="439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5" name="Google Shape;445;p13"/>
          <p:cNvCxnSpPr>
            <a:endCxn id="443" idx="0"/>
          </p:cNvCxnSpPr>
          <p:nvPr/>
        </p:nvCxnSpPr>
        <p:spPr>
          <a:xfrm>
            <a:off x="4404729" y="4767752"/>
            <a:ext cx="0" cy="91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"/>
          <p:cNvSpPr txBox="1"/>
          <p:nvPr/>
        </p:nvSpPr>
        <p:spPr>
          <a:xfrm>
            <a:off x="589262" y="200163"/>
            <a:ext cx="2972289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Audio Process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2136435" y="1507293"/>
            <a:ext cx="1693357" cy="6065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Clone audio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4"/>
          <p:cNvSpPr txBox="1"/>
          <p:nvPr/>
        </p:nvSpPr>
        <p:spPr>
          <a:xfrm>
            <a:off x="875996" y="1702829"/>
            <a:ext cx="108395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 Audio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14"/>
          <p:cNvSpPr txBox="1"/>
          <p:nvPr/>
        </p:nvSpPr>
        <p:spPr>
          <a:xfrm>
            <a:off x="4035942" y="1702829"/>
            <a:ext cx="103105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 Audio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4" name="Google Shape;454;p14"/>
          <p:cNvCxnSpPr>
            <a:stCxn id="451" idx="3"/>
            <a:endCxn id="453" idx="1"/>
          </p:cNvCxnSpPr>
          <p:nvPr/>
        </p:nvCxnSpPr>
        <p:spPr>
          <a:xfrm>
            <a:off x="3829792" y="1810551"/>
            <a:ext cx="2061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5" name="Google Shape;455;p14"/>
          <p:cNvCxnSpPr>
            <a:stCxn id="452" idx="3"/>
            <a:endCxn id="451" idx="1"/>
          </p:cNvCxnSpPr>
          <p:nvPr/>
        </p:nvCxnSpPr>
        <p:spPr>
          <a:xfrm>
            <a:off x="1959947" y="1810551"/>
            <a:ext cx="1764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6" name="Google Shape;456;p14"/>
          <p:cNvSpPr txBox="1"/>
          <p:nvPr/>
        </p:nvSpPr>
        <p:spPr>
          <a:xfrm>
            <a:off x="5760000" y="720000"/>
            <a:ext cx="5760000" cy="130380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음성을 가공하는 기능을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현재는 특별한 작업 없음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 thread 없이 요청한 thread에서 작업 수행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확장을 고려하여 image process와 동일한 형태로 구성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 audio data는 source audio data를 복제하여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음성 가공 작업에 memory pool 사용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1" name="Google Shape;461;p15"/>
          <p:cNvCxnSpPr>
            <a:stCxn id="462" idx="3"/>
          </p:cNvCxnSpPr>
          <p:nvPr/>
        </p:nvCxnSpPr>
        <p:spPr>
          <a:xfrm>
            <a:off x="3408217" y="2617105"/>
            <a:ext cx="18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463" name="Google Shape;463;p15"/>
          <p:cNvSpPr txBox="1"/>
          <p:nvPr/>
        </p:nvSpPr>
        <p:spPr>
          <a:xfrm>
            <a:off x="589262" y="200163"/>
            <a:ext cx="3106941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Scan Time Sync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1762361" y="1471667"/>
            <a:ext cx="3302472" cy="37077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Buffer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953485" y="2232640"/>
            <a:ext cx="1454732" cy="768929"/>
          </a:xfrm>
          <a:prstGeom prst="roundRect">
            <a:avLst>
              <a:gd fmla="val 793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/ Playback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 (B / CF / PW / M)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15"/>
          <p:cNvSpPr txBox="1"/>
          <p:nvPr/>
        </p:nvSpPr>
        <p:spPr>
          <a:xfrm>
            <a:off x="710454" y="2509301"/>
            <a:ext cx="8915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Command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1953483" y="4253353"/>
            <a:ext cx="1454731" cy="583944"/>
          </a:xfrm>
          <a:prstGeom prst="roundRect">
            <a:avLst>
              <a:gd fmla="val 963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5"/>
          <p:cNvCxnSpPr>
            <a:stCxn id="468" idx="3"/>
            <a:endCxn id="466" idx="1"/>
          </p:cNvCxnSpPr>
          <p:nvPr/>
        </p:nvCxnSpPr>
        <p:spPr>
          <a:xfrm>
            <a:off x="1606375" y="4545325"/>
            <a:ext cx="3471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9" name="Google Shape;469;p15"/>
          <p:cNvSpPr/>
          <p:nvPr/>
        </p:nvSpPr>
        <p:spPr>
          <a:xfrm>
            <a:off x="1953484" y="3481475"/>
            <a:ext cx="1454731" cy="583944"/>
          </a:xfrm>
          <a:prstGeom prst="roundRect">
            <a:avLst>
              <a:gd fmla="val 942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Buffer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Waiting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70" name="Google Shape;470;p15"/>
          <p:cNvCxnSpPr>
            <a:stCxn id="465" idx="3"/>
            <a:endCxn id="462" idx="1"/>
          </p:cNvCxnSpPr>
          <p:nvPr/>
        </p:nvCxnSpPr>
        <p:spPr>
          <a:xfrm>
            <a:off x="1602045" y="2617023"/>
            <a:ext cx="3513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1" name="Google Shape;471;p15"/>
          <p:cNvSpPr txBox="1"/>
          <p:nvPr/>
        </p:nvSpPr>
        <p:spPr>
          <a:xfrm>
            <a:off x="883099" y="3665725"/>
            <a:ext cx="72327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p15"/>
          <p:cNvSpPr txBox="1"/>
          <p:nvPr/>
        </p:nvSpPr>
        <p:spPr>
          <a:xfrm>
            <a:off x="894321" y="4437603"/>
            <a:ext cx="71205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72" name="Google Shape;472;p15"/>
          <p:cNvCxnSpPr>
            <a:stCxn id="471" idx="3"/>
            <a:endCxn id="469" idx="1"/>
          </p:cNvCxnSpPr>
          <p:nvPr/>
        </p:nvCxnSpPr>
        <p:spPr>
          <a:xfrm>
            <a:off x="1606375" y="3773447"/>
            <a:ext cx="3471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3" name="Google Shape;473;p15"/>
          <p:cNvSpPr txBox="1"/>
          <p:nvPr/>
        </p:nvSpPr>
        <p:spPr>
          <a:xfrm>
            <a:off x="3592136" y="1000289"/>
            <a:ext cx="131238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/ Audio Renderer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599343" y="2230538"/>
            <a:ext cx="1305174" cy="2725852"/>
          </a:xfrm>
          <a:prstGeom prst="roundRect">
            <a:avLst>
              <a:gd fmla="val 5330" name="adj"/>
            </a:avLst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Sync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5"/>
          <p:cNvCxnSpPr>
            <a:stCxn id="469" idx="3"/>
          </p:cNvCxnSpPr>
          <p:nvPr/>
        </p:nvCxnSpPr>
        <p:spPr>
          <a:xfrm>
            <a:off x="3408215" y="3773447"/>
            <a:ext cx="294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6" name="Google Shape;476;p15"/>
          <p:cNvCxnSpPr>
            <a:stCxn id="466" idx="3"/>
          </p:cNvCxnSpPr>
          <p:nvPr/>
        </p:nvCxnSpPr>
        <p:spPr>
          <a:xfrm>
            <a:off x="3408214" y="4545325"/>
            <a:ext cx="294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7" name="Google Shape;477;p15"/>
          <p:cNvSpPr txBox="1"/>
          <p:nvPr/>
        </p:nvSpPr>
        <p:spPr>
          <a:xfrm>
            <a:off x="5760000" y="720000"/>
            <a:ext cx="5760000" cy="330435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모드와 속도에 따라 데이터 전송 타이밍의 조절을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모드와 재생 속도에 따라 다음 프레임의 전달 시간 계산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Buffer / Audio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데이터를 저장하는 공간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 또는 두 개의 데이터만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모드에 따라 추가적으로 들어오는 데이터를 기존 데이터에 덮어쓰거나 보류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Syncing gate에서 대기 후 data output*으로 데이터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Syncing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 status에서 계산된 다음 프레임의 전달 시간에 따라 데이터 전달을 지연시키는 역할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영상 및 음성 데이터 등을 전달하는 포인터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image renderer / audio renderer 쪽으로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포인터를 다른 곳으로 연결하면 배속 조정이 끝난 데이터 처리 가능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3706114" y="3481475"/>
            <a:ext cx="1097453" cy="1355822"/>
          </a:xfrm>
          <a:prstGeom prst="roundRect">
            <a:avLst>
              <a:gd fmla="val 5637" name="adj"/>
            </a:avLst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Thread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3703203" y="2803564"/>
            <a:ext cx="1097453" cy="503714"/>
          </a:xfrm>
          <a:prstGeom prst="roundRect">
            <a:avLst>
              <a:gd fmla="val 1035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Syncing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 for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15"/>
          <p:cNvCxnSpPr>
            <a:stCxn id="478" idx="0"/>
            <a:endCxn id="479" idx="2"/>
          </p:cNvCxnSpPr>
          <p:nvPr/>
        </p:nvCxnSpPr>
        <p:spPr>
          <a:xfrm rot="10800000">
            <a:off x="4251841" y="3307175"/>
            <a:ext cx="3000" cy="174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1" name="Google Shape;481;p15"/>
          <p:cNvCxnSpPr>
            <a:stCxn id="479" idx="3"/>
            <a:endCxn id="482" idx="3"/>
          </p:cNvCxnSpPr>
          <p:nvPr/>
        </p:nvCxnSpPr>
        <p:spPr>
          <a:xfrm flipH="1" rot="10800000">
            <a:off x="4800656" y="1919021"/>
            <a:ext cx="103800" cy="1136400"/>
          </a:xfrm>
          <a:prstGeom prst="bentConnector3">
            <a:avLst>
              <a:gd fmla="val 32029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2" name="Google Shape;482;p15"/>
          <p:cNvSpPr/>
          <p:nvPr/>
        </p:nvSpPr>
        <p:spPr>
          <a:xfrm>
            <a:off x="3600213" y="1750632"/>
            <a:ext cx="1304304" cy="336917"/>
          </a:xfrm>
          <a:prstGeom prst="roundRect">
            <a:avLst>
              <a:gd fmla="val 1387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83" name="Google Shape;483;p15"/>
          <p:cNvCxnSpPr>
            <a:stCxn id="482" idx="0"/>
            <a:endCxn id="473" idx="2"/>
          </p:cNvCxnSpPr>
          <p:nvPr/>
        </p:nvCxnSpPr>
        <p:spPr>
          <a:xfrm rot="10800000">
            <a:off x="4248465" y="1215732"/>
            <a:ext cx="3900" cy="534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16"/>
          <p:cNvGrpSpPr/>
          <p:nvPr/>
        </p:nvGrpSpPr>
        <p:grpSpPr>
          <a:xfrm>
            <a:off x="1899548" y="2121059"/>
            <a:ext cx="6840000" cy="255320"/>
            <a:chOff x="2476005" y="1260000"/>
            <a:chExt cx="6840000" cy="255320"/>
          </a:xfrm>
        </p:grpSpPr>
        <p:cxnSp>
          <p:nvCxnSpPr>
            <p:cNvPr id="489" name="Google Shape;489;p16"/>
            <p:cNvCxnSpPr/>
            <p:nvPr/>
          </p:nvCxnSpPr>
          <p:spPr>
            <a:xfrm>
              <a:off x="2476005" y="1388975"/>
              <a:ext cx="6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" name="Google Shape;490;p16"/>
            <p:cNvCxnSpPr/>
            <p:nvPr/>
          </p:nvCxnSpPr>
          <p:spPr>
            <a:xfrm>
              <a:off x="288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" name="Google Shape;491;p16"/>
            <p:cNvCxnSpPr/>
            <p:nvPr/>
          </p:nvCxnSpPr>
          <p:spPr>
            <a:xfrm>
              <a:off x="432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" name="Google Shape;492;p16"/>
            <p:cNvCxnSpPr/>
            <p:nvPr/>
          </p:nvCxnSpPr>
          <p:spPr>
            <a:xfrm>
              <a:off x="576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" name="Google Shape;493;p16"/>
            <p:cNvCxnSpPr/>
            <p:nvPr/>
          </p:nvCxnSpPr>
          <p:spPr>
            <a:xfrm>
              <a:off x="720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" name="Google Shape;494;p16"/>
            <p:cNvCxnSpPr/>
            <p:nvPr/>
          </p:nvCxnSpPr>
          <p:spPr>
            <a:xfrm>
              <a:off x="864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95" name="Google Shape;495;p16"/>
          <p:cNvSpPr txBox="1"/>
          <p:nvPr/>
        </p:nvSpPr>
        <p:spPr>
          <a:xfrm>
            <a:off x="589262" y="200163"/>
            <a:ext cx="309251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Scan Time Sync Logic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27765" y="2052698"/>
            <a:ext cx="1271783" cy="4046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Time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627113" y="4481622"/>
            <a:ext cx="1271784" cy="4046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Playback Time Sync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8" name="Google Shape;498;p16"/>
          <p:cNvCxnSpPr/>
          <p:nvPr/>
        </p:nvCxnSpPr>
        <p:spPr>
          <a:xfrm>
            <a:off x="3526038" y="1874040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9" name="Google Shape;499;p16"/>
          <p:cNvCxnSpPr/>
          <p:nvPr/>
        </p:nvCxnSpPr>
        <p:spPr>
          <a:xfrm>
            <a:off x="2303543" y="1874040"/>
            <a:ext cx="0" cy="37363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0" name="Google Shape;500;p16"/>
          <p:cNvCxnSpPr/>
          <p:nvPr/>
        </p:nvCxnSpPr>
        <p:spPr>
          <a:xfrm>
            <a:off x="6267690" y="1874040"/>
            <a:ext cx="0" cy="37363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1" name="Google Shape;501;p16"/>
          <p:cNvCxnSpPr/>
          <p:nvPr/>
        </p:nvCxnSpPr>
        <p:spPr>
          <a:xfrm>
            <a:off x="7158347" y="1874040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2" name="Google Shape;502;p16"/>
          <p:cNvCxnSpPr/>
          <p:nvPr/>
        </p:nvCxnSpPr>
        <p:spPr>
          <a:xfrm>
            <a:off x="7993579" y="1874040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3" name="Google Shape;503;p16"/>
          <p:cNvSpPr/>
          <p:nvPr/>
        </p:nvSpPr>
        <p:spPr>
          <a:xfrm>
            <a:off x="3526038" y="2306040"/>
            <a:ext cx="217505" cy="45719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4" name="Google Shape;504;p16"/>
          <p:cNvSpPr txBox="1"/>
          <p:nvPr/>
        </p:nvSpPr>
        <p:spPr>
          <a:xfrm>
            <a:off x="3455462" y="2345017"/>
            <a:ext cx="37382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16"/>
          <p:cNvSpPr txBox="1"/>
          <p:nvPr/>
        </p:nvSpPr>
        <p:spPr>
          <a:xfrm>
            <a:off x="2109419" y="2342040"/>
            <a:ext cx="38824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16"/>
          <p:cNvSpPr txBox="1"/>
          <p:nvPr/>
        </p:nvSpPr>
        <p:spPr>
          <a:xfrm>
            <a:off x="6072490" y="2342040"/>
            <a:ext cx="38824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7993579" y="2306040"/>
            <a:ext cx="66887" cy="45719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7840112" y="2342040"/>
            <a:ext cx="37382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16"/>
          <p:cNvSpPr txBox="1"/>
          <p:nvPr/>
        </p:nvSpPr>
        <p:spPr>
          <a:xfrm>
            <a:off x="6974644" y="2342040"/>
            <a:ext cx="36740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skip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0" name="Google Shape;510;p16"/>
          <p:cNvGrpSpPr/>
          <p:nvPr/>
        </p:nvGrpSpPr>
        <p:grpSpPr>
          <a:xfrm>
            <a:off x="1898897" y="4554964"/>
            <a:ext cx="6840000" cy="255320"/>
            <a:chOff x="2476005" y="1260000"/>
            <a:chExt cx="6840000" cy="255320"/>
          </a:xfrm>
        </p:grpSpPr>
        <p:cxnSp>
          <p:nvCxnSpPr>
            <p:cNvPr id="511" name="Google Shape;511;p16"/>
            <p:cNvCxnSpPr/>
            <p:nvPr/>
          </p:nvCxnSpPr>
          <p:spPr>
            <a:xfrm>
              <a:off x="2476005" y="1388975"/>
              <a:ext cx="6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" name="Google Shape;512;p16"/>
            <p:cNvCxnSpPr/>
            <p:nvPr/>
          </p:nvCxnSpPr>
          <p:spPr>
            <a:xfrm>
              <a:off x="288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" name="Google Shape;513;p16"/>
            <p:cNvCxnSpPr/>
            <p:nvPr/>
          </p:nvCxnSpPr>
          <p:spPr>
            <a:xfrm>
              <a:off x="432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" name="Google Shape;514;p16"/>
            <p:cNvCxnSpPr/>
            <p:nvPr/>
          </p:nvCxnSpPr>
          <p:spPr>
            <a:xfrm>
              <a:off x="576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" name="Google Shape;515;p16"/>
            <p:cNvCxnSpPr/>
            <p:nvPr/>
          </p:nvCxnSpPr>
          <p:spPr>
            <a:xfrm>
              <a:off x="720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6" name="Google Shape;516;p16"/>
            <p:cNvCxnSpPr/>
            <p:nvPr/>
          </p:nvCxnSpPr>
          <p:spPr>
            <a:xfrm>
              <a:off x="8640000" y="1260000"/>
              <a:ext cx="0" cy="25532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17" name="Google Shape;517;p16"/>
          <p:cNvSpPr txBox="1"/>
          <p:nvPr/>
        </p:nvSpPr>
        <p:spPr>
          <a:xfrm>
            <a:off x="1812863" y="1485772"/>
            <a:ext cx="98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최초 프레임 도착 시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Timestamp를 기록하여</a:t>
            </a:r>
            <a:b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기준점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6"/>
          <p:cNvSpPr txBox="1"/>
          <p:nvPr/>
        </p:nvSpPr>
        <p:spPr>
          <a:xfrm>
            <a:off x="2892694" y="1487218"/>
            <a:ext cx="12666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프레임의 timestamp가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기준점을 기준으로 계산했을 때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빨리 도착한 경우, 대기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6"/>
          <p:cNvSpPr txBox="1"/>
          <p:nvPr/>
        </p:nvSpPr>
        <p:spPr>
          <a:xfrm>
            <a:off x="5572353" y="1492632"/>
            <a:ext cx="1388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프레임의 timestamp가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기준점을 기준으로 계산했을 때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일치하거나 늦게 도착한 경우, 통과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6"/>
          <p:cNvSpPr txBox="1"/>
          <p:nvPr/>
        </p:nvSpPr>
        <p:spPr>
          <a:xfrm>
            <a:off x="6957885" y="2560461"/>
            <a:ext cx="13115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 처리가 지연되어</a:t>
            </a:r>
            <a:endParaRPr b="0" i="0" sz="6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프레임이 렌더링 되기 전에</a:t>
            </a:r>
            <a:endParaRPr b="0" i="0" sz="6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프레임이 도착한 경우, 버림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6"/>
          <p:cNvSpPr txBox="1"/>
          <p:nvPr/>
        </p:nvSpPr>
        <p:spPr>
          <a:xfrm>
            <a:off x="9000000" y="1955287"/>
            <a:ext cx="28232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Live는 최초에 도착한 프레임의 timestamp 또는</a:t>
            </a:r>
            <a:b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framerate을 기준으로 이후 프레임 렌더링 타이밍을 계산.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처리가 느린 경우는 skip 발생.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2" name="Google Shape;522;p16"/>
          <p:cNvCxnSpPr/>
          <p:nvPr/>
        </p:nvCxnSpPr>
        <p:spPr>
          <a:xfrm>
            <a:off x="3523048" y="4303483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3" name="Google Shape;523;p16"/>
          <p:cNvCxnSpPr/>
          <p:nvPr/>
        </p:nvCxnSpPr>
        <p:spPr>
          <a:xfrm>
            <a:off x="2300553" y="4303483"/>
            <a:ext cx="0" cy="37363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4" name="Google Shape;524;p16"/>
          <p:cNvCxnSpPr/>
          <p:nvPr/>
        </p:nvCxnSpPr>
        <p:spPr>
          <a:xfrm>
            <a:off x="6264700" y="4303483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5" name="Google Shape;525;p16"/>
          <p:cNvCxnSpPr/>
          <p:nvPr/>
        </p:nvCxnSpPr>
        <p:spPr>
          <a:xfrm>
            <a:off x="7171817" y="4303483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6" name="Google Shape;526;p16"/>
          <p:cNvSpPr/>
          <p:nvPr/>
        </p:nvSpPr>
        <p:spPr>
          <a:xfrm>
            <a:off x="3523048" y="4735483"/>
            <a:ext cx="217505" cy="45719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p16"/>
          <p:cNvSpPr txBox="1"/>
          <p:nvPr/>
        </p:nvSpPr>
        <p:spPr>
          <a:xfrm>
            <a:off x="3452472" y="4774460"/>
            <a:ext cx="37382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8" name="Google Shape;528;p16"/>
          <p:cNvSpPr txBox="1"/>
          <p:nvPr/>
        </p:nvSpPr>
        <p:spPr>
          <a:xfrm>
            <a:off x="2106429" y="4771483"/>
            <a:ext cx="38824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16"/>
          <p:cNvSpPr txBox="1"/>
          <p:nvPr/>
        </p:nvSpPr>
        <p:spPr>
          <a:xfrm>
            <a:off x="6069500" y="4771483"/>
            <a:ext cx="38824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7171817" y="4735483"/>
            <a:ext cx="525874" cy="45719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1" name="Google Shape;531;p16"/>
          <p:cNvSpPr txBox="1"/>
          <p:nvPr/>
        </p:nvSpPr>
        <p:spPr>
          <a:xfrm>
            <a:off x="7247844" y="4781202"/>
            <a:ext cx="37382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p16"/>
          <p:cNvSpPr txBox="1"/>
          <p:nvPr/>
        </p:nvSpPr>
        <p:spPr>
          <a:xfrm>
            <a:off x="1809873" y="3915215"/>
            <a:ext cx="98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최초 프레임 도착 시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Timestamp를 기록하여</a:t>
            </a:r>
            <a:b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기준점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6"/>
          <p:cNvSpPr txBox="1"/>
          <p:nvPr/>
        </p:nvSpPr>
        <p:spPr>
          <a:xfrm>
            <a:off x="2889704" y="3916661"/>
            <a:ext cx="12666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프레임의 timestamp가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기준점을 기준으로 계산했을 때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빨리 도착한 경우, 대기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 txBox="1"/>
          <p:nvPr/>
        </p:nvSpPr>
        <p:spPr>
          <a:xfrm>
            <a:off x="5630278" y="3915215"/>
            <a:ext cx="12666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프레임의 timestamp가</a:t>
            </a:r>
            <a:endParaRPr b="0" i="0" sz="6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기준점을 기준으로 계산했을 때</a:t>
            </a:r>
            <a:endParaRPr b="0" i="0" sz="6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늦게 도착한 경우, 기준점 갱신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6"/>
          <p:cNvSpPr txBox="1"/>
          <p:nvPr/>
        </p:nvSpPr>
        <p:spPr>
          <a:xfrm>
            <a:off x="7018312" y="4975520"/>
            <a:ext cx="1782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 처리가 지연되면 기준점이 갱신되어</a:t>
            </a:r>
            <a:endParaRPr b="0" i="0" sz="6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프레임이 연속으로 도착해도 버리지 않고</a:t>
            </a:r>
            <a:endParaRPr b="0" i="0" sz="6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갱신된 기준점을 기준으로 대기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16"/>
          <p:cNvCxnSpPr/>
          <p:nvPr/>
        </p:nvCxnSpPr>
        <p:spPr>
          <a:xfrm>
            <a:off x="7697694" y="4554964"/>
            <a:ext cx="0" cy="25532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16"/>
          <p:cNvCxnSpPr/>
          <p:nvPr/>
        </p:nvCxnSpPr>
        <p:spPr>
          <a:xfrm>
            <a:off x="7993579" y="4296334"/>
            <a:ext cx="0" cy="373635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8" name="Google Shape;538;p16"/>
          <p:cNvSpPr/>
          <p:nvPr/>
        </p:nvSpPr>
        <p:spPr>
          <a:xfrm>
            <a:off x="7993579" y="4728334"/>
            <a:ext cx="745317" cy="52845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9" name="Google Shape;539;p16"/>
          <p:cNvSpPr txBox="1"/>
          <p:nvPr/>
        </p:nvSpPr>
        <p:spPr>
          <a:xfrm>
            <a:off x="8179327" y="4781179"/>
            <a:ext cx="37382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0" name="Google Shape;540;p16"/>
          <p:cNvSpPr txBox="1"/>
          <p:nvPr/>
        </p:nvSpPr>
        <p:spPr>
          <a:xfrm>
            <a:off x="9000000" y="4329996"/>
            <a:ext cx="275748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Playback은 최초에 도착한 프레임 또는 지연된 프레임의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timestamp 또는 framerate을 기준으로 이후 프레임의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렌더링 타이밍을 계산.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처리가 느린 경우는 delay 발생.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6"/>
          <p:cNvSpPr txBox="1"/>
          <p:nvPr/>
        </p:nvSpPr>
        <p:spPr>
          <a:xfrm>
            <a:off x="7443584" y="4350416"/>
            <a:ext cx="51969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기준점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17"/>
          <p:cNvCxnSpPr>
            <a:stCxn id="547" idx="1"/>
            <a:endCxn id="548" idx="3"/>
          </p:cNvCxnSpPr>
          <p:nvPr/>
        </p:nvCxnSpPr>
        <p:spPr>
          <a:xfrm rot="10800000">
            <a:off x="3549877" y="3972152"/>
            <a:ext cx="19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549" name="Google Shape;549;p17"/>
          <p:cNvSpPr txBox="1"/>
          <p:nvPr/>
        </p:nvSpPr>
        <p:spPr>
          <a:xfrm>
            <a:off x="589262" y="200163"/>
            <a:ext cx="3132589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Image Renderer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1708920" y="1210408"/>
            <a:ext cx="3670602" cy="44326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Renderer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Attach renderer to view (UI)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change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3746977" y="3443739"/>
            <a:ext cx="1454732" cy="1056826"/>
          </a:xfrm>
          <a:prstGeom prst="roundRect">
            <a:avLst>
              <a:gd fmla="val 4846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 (B / CF / PW / 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Depth / ROI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7"/>
          <p:cNvSpPr txBox="1"/>
          <p:nvPr/>
        </p:nvSpPr>
        <p:spPr>
          <a:xfrm>
            <a:off x="841306" y="3331798"/>
            <a:ext cx="67037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Input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1864560" y="1991404"/>
            <a:ext cx="1685178" cy="33662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3" name="Google Shape;553;p17"/>
          <p:cNvSpPr txBox="1"/>
          <p:nvPr/>
        </p:nvSpPr>
        <p:spPr>
          <a:xfrm>
            <a:off x="788406" y="2039431"/>
            <a:ext cx="72327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4" name="Google Shape;554;p17"/>
          <p:cNvCxnSpPr>
            <a:stCxn id="553" idx="3"/>
          </p:cNvCxnSpPr>
          <p:nvPr/>
        </p:nvCxnSpPr>
        <p:spPr>
          <a:xfrm>
            <a:off x="1511682" y="2147153"/>
            <a:ext cx="3426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8" name="Google Shape;548;p17"/>
          <p:cNvSpPr/>
          <p:nvPr/>
        </p:nvSpPr>
        <p:spPr>
          <a:xfrm>
            <a:off x="1864559" y="2505405"/>
            <a:ext cx="1685179" cy="2933494"/>
          </a:xfrm>
          <a:prstGeom prst="roundRect">
            <a:avLst>
              <a:gd fmla="val 3568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5" name="Google Shape;555;p17"/>
          <p:cNvSpPr txBox="1"/>
          <p:nvPr/>
        </p:nvSpPr>
        <p:spPr>
          <a:xfrm>
            <a:off x="5760000" y="720000"/>
            <a:ext cx="5760000" cy="576657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Renderer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 이미지 및 깊이, 측정 값, 스펙트럼의 렌더링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UI의 뷰와 렌더링 API 연동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/ 뷰의 이벤트에 따른 대응 처리 (pause / resume / resize 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그래픽 라이브러리 로딩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프레임 데이터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데이터가 없는 경우, 마지막 프레임 유지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Texturize 후 데이터 초기화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렌더링 API 전담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thread와 context 분리를 위해 반드시 필요함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렌더링과 직접적인 연관이 있는 모든 작업을 처리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(shader 생성, texturizing, render API 호출 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발생하는 이벤트를 내부의 render object에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사용할 그래픽 라이브러리가 변경될 경우, 변경이 필요한 부분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Object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Rendering 객체를 처리하는 하위 모듈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Rendering 대상에 따른 사용자 입력에 대한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Rendering mesh, texture, coordinate 정보를 가짐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Rendering API 변경에 따른 영향이 없도록 처리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Status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 설정 등의 외부 설정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조작에 의해 내부에서 변경된 상태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SDK에 변경 사항 알림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Player / Scan Setting / UI 등에 이벤트 발생 및 값 갱신 처리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Graphic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렌더링에 사용하는 그래픽 라이브러리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사용할 라이브러리 결정 필요 (OpenGL|ES / Vulkan / Metal 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그래픽 라이브러리 변경 지원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1979783" y="5902518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Graphic Library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1979782" y="2852995"/>
            <a:ext cx="1454732" cy="1173049"/>
          </a:xfrm>
          <a:prstGeom prst="roundRect">
            <a:avLst>
              <a:gd fmla="val 4846" name="adj"/>
            </a:avLst>
          </a:prstGeom>
          <a:solidFill>
            <a:srgbClr val="FE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 (B / CF / PW / 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Ruler / ROI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Icons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Rendering info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8" name="Google Shape;558;p17"/>
          <p:cNvCxnSpPr>
            <a:stCxn id="552" idx="2"/>
            <a:endCxn id="548" idx="0"/>
          </p:cNvCxnSpPr>
          <p:nvPr/>
        </p:nvCxnSpPr>
        <p:spPr>
          <a:xfrm>
            <a:off x="2707149" y="2328027"/>
            <a:ext cx="0" cy="177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9" name="Google Shape;559;p17"/>
          <p:cNvCxnSpPr>
            <a:endCxn id="556" idx="0"/>
          </p:cNvCxnSpPr>
          <p:nvPr/>
        </p:nvCxnSpPr>
        <p:spPr>
          <a:xfrm>
            <a:off x="2707147" y="5318418"/>
            <a:ext cx="0" cy="584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0" name="Google Shape;560;p17"/>
          <p:cNvCxnSpPr>
            <a:stCxn id="547" idx="2"/>
            <a:endCxn id="561" idx="0"/>
          </p:cNvCxnSpPr>
          <p:nvPr/>
        </p:nvCxnSpPr>
        <p:spPr>
          <a:xfrm>
            <a:off x="4474343" y="4500565"/>
            <a:ext cx="0" cy="14133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2" name="Google Shape;562;p17"/>
          <p:cNvCxnSpPr>
            <a:stCxn id="551" idx="3"/>
            <a:endCxn id="557" idx="1"/>
          </p:cNvCxnSpPr>
          <p:nvPr/>
        </p:nvCxnSpPr>
        <p:spPr>
          <a:xfrm>
            <a:off x="1511682" y="3439520"/>
            <a:ext cx="4680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3" name="Google Shape;563;p17"/>
          <p:cNvSpPr txBox="1"/>
          <p:nvPr/>
        </p:nvSpPr>
        <p:spPr>
          <a:xfrm>
            <a:off x="3179377" y="671600"/>
            <a:ext cx="7296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 Event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64" name="Google Shape;564;p17"/>
          <p:cNvCxnSpPr>
            <a:stCxn id="563" idx="2"/>
            <a:endCxn id="550" idx="0"/>
          </p:cNvCxnSpPr>
          <p:nvPr/>
        </p:nvCxnSpPr>
        <p:spPr>
          <a:xfrm>
            <a:off x="3544221" y="1010154"/>
            <a:ext cx="0" cy="200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1" name="Google Shape;561;p17"/>
          <p:cNvSpPr txBox="1"/>
          <p:nvPr/>
        </p:nvSpPr>
        <p:spPr>
          <a:xfrm>
            <a:off x="4091066" y="5913967"/>
            <a:ext cx="76655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1979779" y="4145361"/>
            <a:ext cx="1454732" cy="1173049"/>
          </a:xfrm>
          <a:prstGeom prst="roundRect">
            <a:avLst>
              <a:gd fmla="val 4846" name="adj"/>
            </a:avLst>
          </a:prstGeom>
          <a:solidFill>
            <a:srgbClr val="FE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Prepare render</a:t>
            </a:r>
            <a:b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(shader,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texture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render modules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Call rendering APIs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0" name="Google Shape;570;p18"/>
          <p:cNvCxnSpPr>
            <a:stCxn id="571" idx="0"/>
            <a:endCxn id="572" idx="2"/>
          </p:cNvCxnSpPr>
          <p:nvPr/>
        </p:nvCxnSpPr>
        <p:spPr>
          <a:xfrm rot="10800000">
            <a:off x="2988231" y="5091193"/>
            <a:ext cx="0" cy="30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572" name="Google Shape;572;p18"/>
          <p:cNvSpPr/>
          <p:nvPr/>
        </p:nvSpPr>
        <p:spPr>
          <a:xfrm>
            <a:off x="1033925" y="1102836"/>
            <a:ext cx="3908613" cy="398828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Manage 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8"/>
          <p:cNvSpPr txBox="1"/>
          <p:nvPr/>
        </p:nvSpPr>
        <p:spPr>
          <a:xfrm>
            <a:off x="589262" y="200163"/>
            <a:ext cx="337784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File Reader / Writer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74" name="Google Shape;574;p18"/>
          <p:cNvSpPr txBox="1"/>
          <p:nvPr/>
        </p:nvSpPr>
        <p:spPr>
          <a:xfrm>
            <a:off x="224185" y="3904558"/>
            <a:ext cx="7521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1250327" y="2109988"/>
            <a:ext cx="1685179" cy="1344409"/>
          </a:xfrm>
          <a:prstGeom prst="roundRect">
            <a:avLst>
              <a:gd fmla="val 3568" name="adj"/>
            </a:avLst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job has own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8"/>
          <p:cNvSpPr txBox="1"/>
          <p:nvPr/>
        </p:nvSpPr>
        <p:spPr>
          <a:xfrm>
            <a:off x="5760000" y="720000"/>
            <a:ext cx="5760000" cy="4689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Handler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영상과 음성 데이터를 저장하거나 불러오는 작업을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reader와 writer는 개별 모듈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또는 불러오기 요청이 발생하면 객체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저장 시 I/O 횟수를 줄이기 위해 설정된 수준까지 데이터를 모으기 위한 버퍼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지원하는 파일 저장 형식에 따라 write buffer의 데이터를 파일로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I/O가 일어나는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파일의 저장 형식과 버전에 따라 데이터를 해석하여 읽어오는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Seek 또는 rewind를 지원하기 위해 프레임 인덱스 생성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 단위로 데이터가 모이면 data output*을 통해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파일의 종류와 버전에 따라 저장 형식 또는 불러오기 형식을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저장의 경우, 각 저장 형식의 최신 버전만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불러오기의 경우, 기존 버전 최대한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 Data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 생성을 위한 공간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형식 별 (파일 정보 / B / CF / PW / M / Audio) 한 프레임 사이즈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영상 및 음성 데이터 등을 전달하는 포인터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scan buffer controller 쪽으로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포인터를 다른 곳으로 연결하면 파일에서 로딩된 raw data 처리 가능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2260867" y="5398693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1365550" y="2676042"/>
            <a:ext cx="1454732" cy="648081"/>
          </a:xfrm>
          <a:prstGeom prst="roundRect">
            <a:avLst>
              <a:gd fmla="val 761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p18"/>
          <p:cNvCxnSpPr>
            <a:stCxn id="579" idx="0"/>
            <a:endCxn id="575" idx="2"/>
          </p:cNvCxnSpPr>
          <p:nvPr/>
        </p:nvCxnSpPr>
        <p:spPr>
          <a:xfrm rot="10800000">
            <a:off x="2092916" y="3454364"/>
            <a:ext cx="0" cy="274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9" name="Google Shape;579;p18"/>
          <p:cNvSpPr/>
          <p:nvPr/>
        </p:nvSpPr>
        <p:spPr>
          <a:xfrm>
            <a:off x="1250327" y="3728564"/>
            <a:ext cx="1685178" cy="567432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Buffer for reduce I/O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80" name="Google Shape;580;p18"/>
          <p:cNvCxnSpPr>
            <a:stCxn id="574" idx="3"/>
            <a:endCxn id="579" idx="1"/>
          </p:cNvCxnSpPr>
          <p:nvPr/>
        </p:nvCxnSpPr>
        <p:spPr>
          <a:xfrm>
            <a:off x="976315" y="4012280"/>
            <a:ext cx="2739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1" name="Google Shape;581;p18"/>
          <p:cNvSpPr txBox="1"/>
          <p:nvPr/>
        </p:nvSpPr>
        <p:spPr>
          <a:xfrm>
            <a:off x="310748" y="1722901"/>
            <a:ext cx="66556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82" name="Google Shape;582;p18"/>
          <p:cNvCxnSpPr>
            <a:stCxn id="581" idx="3"/>
            <a:endCxn id="575" idx="0"/>
          </p:cNvCxnSpPr>
          <p:nvPr/>
        </p:nvCxnSpPr>
        <p:spPr>
          <a:xfrm>
            <a:off x="976315" y="1830623"/>
            <a:ext cx="1116600" cy="2793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3" name="Google Shape;583;p18"/>
          <p:cNvSpPr/>
          <p:nvPr/>
        </p:nvSpPr>
        <p:spPr>
          <a:xfrm>
            <a:off x="3050729" y="2109988"/>
            <a:ext cx="1685179" cy="2187096"/>
          </a:xfrm>
          <a:prstGeom prst="roundRect">
            <a:avLst>
              <a:gd fmla="val 3568" name="adj"/>
            </a:avLst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job has own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3165952" y="2676042"/>
            <a:ext cx="1454732" cy="761465"/>
          </a:xfrm>
          <a:prstGeom prst="roundRect">
            <a:avLst>
              <a:gd fmla="val 761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Version compatible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3165952" y="3615346"/>
            <a:ext cx="1454732" cy="567432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Create chunk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86" name="Google Shape;586;p18"/>
          <p:cNvCxnSpPr>
            <a:stCxn id="581" idx="3"/>
            <a:endCxn id="583" idx="0"/>
          </p:cNvCxnSpPr>
          <p:nvPr/>
        </p:nvCxnSpPr>
        <p:spPr>
          <a:xfrm>
            <a:off x="976315" y="1830623"/>
            <a:ext cx="2916900" cy="2793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7" name="Google Shape;587;p18"/>
          <p:cNvSpPr/>
          <p:nvPr/>
        </p:nvSpPr>
        <p:spPr>
          <a:xfrm>
            <a:off x="3050730" y="4538259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Output*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88" name="Google Shape;588;p18"/>
          <p:cNvCxnSpPr>
            <a:stCxn id="585" idx="2"/>
            <a:endCxn id="587" idx="0"/>
          </p:cNvCxnSpPr>
          <p:nvPr/>
        </p:nvCxnSpPr>
        <p:spPr>
          <a:xfrm>
            <a:off x="3893318" y="4182778"/>
            <a:ext cx="0" cy="355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9" name="Google Shape;589;p18"/>
          <p:cNvSpPr txBox="1"/>
          <p:nvPr/>
        </p:nvSpPr>
        <p:spPr>
          <a:xfrm>
            <a:off x="4582284" y="5459282"/>
            <a:ext cx="121058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Buffer Controller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90" name="Google Shape;590;p18"/>
          <p:cNvCxnSpPr>
            <a:stCxn id="587" idx="3"/>
            <a:endCxn id="589" idx="0"/>
          </p:cNvCxnSpPr>
          <p:nvPr/>
        </p:nvCxnSpPr>
        <p:spPr>
          <a:xfrm>
            <a:off x="4735908" y="4716079"/>
            <a:ext cx="451800" cy="7431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1" name="Google Shape;591;p18"/>
          <p:cNvCxnSpPr>
            <a:stCxn id="584" idx="2"/>
            <a:endCxn id="585" idx="0"/>
          </p:cNvCxnSpPr>
          <p:nvPr/>
        </p:nvCxnSpPr>
        <p:spPr>
          <a:xfrm>
            <a:off x="3893318" y="3437507"/>
            <a:ext cx="0" cy="177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"/>
          <p:cNvSpPr/>
          <p:nvPr/>
        </p:nvSpPr>
        <p:spPr>
          <a:xfrm>
            <a:off x="3088548" y="3607986"/>
            <a:ext cx="3603198" cy="2543765"/>
          </a:xfrm>
          <a:prstGeom prst="rect">
            <a:avLst/>
          </a:prstGeom>
          <a:solidFill>
            <a:srgbClr val="E1EFD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Data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2264148" y="979713"/>
            <a:ext cx="4427598" cy="2208812"/>
          </a:xfrm>
          <a:prstGeom prst="rect">
            <a:avLst/>
          </a:prstGeom>
          <a:solidFill>
            <a:srgbClr val="DDEAF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Examination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8" name="Google Shape;598;p19"/>
          <p:cNvSpPr txBox="1"/>
          <p:nvPr/>
        </p:nvSpPr>
        <p:spPr>
          <a:xfrm>
            <a:off x="589262" y="200163"/>
            <a:ext cx="168026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Data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3528000" y="108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Info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2430000" y="162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4608000" y="162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900000" y="1620000"/>
            <a:ext cx="1177485" cy="3191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2430000" y="216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Series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900000" y="2160000"/>
            <a:ext cx="1177485" cy="3191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Series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3888000" y="216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Series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5328000" y="216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Series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900000" y="2700000"/>
            <a:ext cx="1177485" cy="3191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Instance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2430000" y="270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Instance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3888000" y="270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Instance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5328000" y="2700000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Instance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11" name="Google Shape;611;p19"/>
          <p:cNvCxnSpPr>
            <a:stCxn id="599" idx="2"/>
            <a:endCxn id="600" idx="0"/>
          </p:cNvCxnSpPr>
          <p:nvPr/>
        </p:nvCxnSpPr>
        <p:spPr>
          <a:xfrm rot="5400000">
            <a:off x="3457343" y="960574"/>
            <a:ext cx="220800" cy="109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2" name="Google Shape;612;p19"/>
          <p:cNvCxnSpPr>
            <a:stCxn id="599" idx="2"/>
            <a:endCxn id="601" idx="0"/>
          </p:cNvCxnSpPr>
          <p:nvPr/>
        </p:nvCxnSpPr>
        <p:spPr>
          <a:xfrm flipH="1" rot="-5400000">
            <a:off x="4546343" y="969574"/>
            <a:ext cx="220800" cy="108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3" name="Google Shape;613;p19"/>
          <p:cNvCxnSpPr>
            <a:stCxn id="599" idx="2"/>
            <a:endCxn id="602" idx="0"/>
          </p:cNvCxnSpPr>
          <p:nvPr/>
        </p:nvCxnSpPr>
        <p:spPr>
          <a:xfrm rot="5400000">
            <a:off x="2692343" y="195574"/>
            <a:ext cx="220800" cy="262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19"/>
          <p:cNvCxnSpPr>
            <a:stCxn id="601" idx="2"/>
            <a:endCxn id="606" idx="0"/>
          </p:cNvCxnSpPr>
          <p:nvPr/>
        </p:nvCxnSpPr>
        <p:spPr>
          <a:xfrm flipH="1" rot="-5400000">
            <a:off x="5446343" y="1689574"/>
            <a:ext cx="220800" cy="72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5" name="Google Shape;615;p19"/>
          <p:cNvCxnSpPr>
            <a:stCxn id="601" idx="2"/>
            <a:endCxn id="605" idx="0"/>
          </p:cNvCxnSpPr>
          <p:nvPr/>
        </p:nvCxnSpPr>
        <p:spPr>
          <a:xfrm rot="5400000">
            <a:off x="4726343" y="1689574"/>
            <a:ext cx="220800" cy="72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6" name="Google Shape;616;p19"/>
          <p:cNvCxnSpPr>
            <a:stCxn id="602" idx="2"/>
            <a:endCxn id="604" idx="0"/>
          </p:cNvCxnSpPr>
          <p:nvPr/>
        </p:nvCxnSpPr>
        <p:spPr>
          <a:xfrm>
            <a:off x="1488743" y="1939174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7" name="Google Shape;617;p19"/>
          <p:cNvCxnSpPr>
            <a:stCxn id="604" idx="2"/>
            <a:endCxn id="607" idx="0"/>
          </p:cNvCxnSpPr>
          <p:nvPr/>
        </p:nvCxnSpPr>
        <p:spPr>
          <a:xfrm>
            <a:off x="1488743" y="2479174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8" name="Google Shape;618;p19"/>
          <p:cNvCxnSpPr>
            <a:stCxn id="600" idx="2"/>
            <a:endCxn id="603" idx="0"/>
          </p:cNvCxnSpPr>
          <p:nvPr/>
        </p:nvCxnSpPr>
        <p:spPr>
          <a:xfrm>
            <a:off x="3018743" y="1939174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19"/>
          <p:cNvCxnSpPr>
            <a:stCxn id="603" idx="2"/>
            <a:endCxn id="608" idx="0"/>
          </p:cNvCxnSpPr>
          <p:nvPr/>
        </p:nvCxnSpPr>
        <p:spPr>
          <a:xfrm>
            <a:off x="3018743" y="2479174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p19"/>
          <p:cNvCxnSpPr>
            <a:stCxn id="605" idx="2"/>
            <a:endCxn id="609" idx="0"/>
          </p:cNvCxnSpPr>
          <p:nvPr/>
        </p:nvCxnSpPr>
        <p:spPr>
          <a:xfrm>
            <a:off x="4476743" y="2479174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1" name="Google Shape;621;p19"/>
          <p:cNvCxnSpPr>
            <a:stCxn id="606" idx="2"/>
            <a:endCxn id="610" idx="0"/>
          </p:cNvCxnSpPr>
          <p:nvPr/>
        </p:nvCxnSpPr>
        <p:spPr>
          <a:xfrm>
            <a:off x="5916743" y="2479174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2" name="Google Shape;622;p19"/>
          <p:cNvSpPr/>
          <p:nvPr/>
        </p:nvSpPr>
        <p:spPr>
          <a:xfrm>
            <a:off x="3426261" y="4087323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B Mode Model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3426261" y="4627323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CF Mode Model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3426261" y="5028483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 Mode Model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5" name="Google Shape;625;p19"/>
          <p:cNvSpPr/>
          <p:nvPr/>
        </p:nvSpPr>
        <p:spPr>
          <a:xfrm>
            <a:off x="3426261" y="5429643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Mode Model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5226261" y="4087323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Data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5226260" y="5429643"/>
            <a:ext cx="1177485" cy="3191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Data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28" name="Google Shape;628;p19"/>
          <p:cNvCxnSpPr>
            <a:stCxn id="626" idx="1"/>
            <a:endCxn id="622" idx="3"/>
          </p:cNvCxnSpPr>
          <p:nvPr/>
        </p:nvCxnSpPr>
        <p:spPr>
          <a:xfrm rot="10800000">
            <a:off x="4603761" y="4246910"/>
            <a:ext cx="622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19"/>
          <p:cNvCxnSpPr>
            <a:stCxn id="626" idx="1"/>
            <a:endCxn id="623" idx="3"/>
          </p:cNvCxnSpPr>
          <p:nvPr/>
        </p:nvCxnSpPr>
        <p:spPr>
          <a:xfrm flipH="1">
            <a:off x="4603761" y="4246910"/>
            <a:ext cx="622500" cy="54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19"/>
          <p:cNvCxnSpPr>
            <a:stCxn id="626" idx="1"/>
            <a:endCxn id="624" idx="3"/>
          </p:cNvCxnSpPr>
          <p:nvPr/>
        </p:nvCxnSpPr>
        <p:spPr>
          <a:xfrm flipH="1">
            <a:off x="4603761" y="4246910"/>
            <a:ext cx="622500" cy="94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19"/>
          <p:cNvCxnSpPr>
            <a:stCxn id="626" idx="1"/>
            <a:endCxn id="625" idx="3"/>
          </p:cNvCxnSpPr>
          <p:nvPr/>
        </p:nvCxnSpPr>
        <p:spPr>
          <a:xfrm flipH="1">
            <a:off x="4603761" y="4246910"/>
            <a:ext cx="622500" cy="13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19"/>
          <p:cNvCxnSpPr>
            <a:stCxn id="625" idx="2"/>
            <a:endCxn id="627" idx="2"/>
          </p:cNvCxnSpPr>
          <p:nvPr/>
        </p:nvCxnSpPr>
        <p:spPr>
          <a:xfrm flipH="1" rot="-5400000">
            <a:off x="4914704" y="4849117"/>
            <a:ext cx="600" cy="1800000"/>
          </a:xfrm>
          <a:prstGeom prst="bentConnector3">
            <a:avLst>
              <a:gd fmla="val 37041583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3" name="Google Shape;633;p19"/>
          <p:cNvSpPr txBox="1"/>
          <p:nvPr/>
        </p:nvSpPr>
        <p:spPr>
          <a:xfrm>
            <a:off x="5640053" y="4782262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4" name="Google Shape;634;p19"/>
          <p:cNvSpPr txBox="1"/>
          <p:nvPr/>
        </p:nvSpPr>
        <p:spPr>
          <a:xfrm>
            <a:off x="7200000" y="720000"/>
            <a:ext cx="4320000" cy="4689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Examination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완성된 하나의 진료 데이터 단위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info에 속한 복수의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Study에 속한 모든 series,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 번호 등의 공통 데이터를 가짐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종류에 따라 image data 또는 audio data를 가짐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데이터는 관련된 촬영 모드에 대한 설정 값을 가짐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data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085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 mode model data 기본 포함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2" marL="1085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CF / PW / M mode data는 해당하는 경우에 포함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2" marL="1085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data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085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mode model data 포함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9" name="Google Shape;639;p20"/>
          <p:cNvCxnSpPr>
            <a:stCxn id="640" idx="2"/>
            <a:endCxn id="641" idx="0"/>
          </p:cNvCxnSpPr>
          <p:nvPr/>
        </p:nvCxnSpPr>
        <p:spPr>
          <a:xfrm>
            <a:off x="10568593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642" name="Google Shape;642;p20"/>
          <p:cNvCxnSpPr>
            <a:stCxn id="643" idx="2"/>
            <a:endCxn id="644" idx="0"/>
          </p:cNvCxnSpPr>
          <p:nvPr/>
        </p:nvCxnSpPr>
        <p:spPr>
          <a:xfrm>
            <a:off x="8786058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645" name="Google Shape;645;p20"/>
          <p:cNvCxnSpPr>
            <a:stCxn id="646" idx="2"/>
            <a:endCxn id="647" idx="0"/>
          </p:cNvCxnSpPr>
          <p:nvPr/>
        </p:nvCxnSpPr>
        <p:spPr>
          <a:xfrm>
            <a:off x="7003523" y="4157797"/>
            <a:ext cx="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648" name="Google Shape;648;p20"/>
          <p:cNvCxnSpPr>
            <a:stCxn id="649" idx="2"/>
            <a:endCxn id="650" idx="0"/>
          </p:cNvCxnSpPr>
          <p:nvPr/>
        </p:nvCxnSpPr>
        <p:spPr>
          <a:xfrm flipH="1">
            <a:off x="3450232" y="3114617"/>
            <a:ext cx="5700" cy="31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651" name="Google Shape;651;p20"/>
          <p:cNvCxnSpPr>
            <a:stCxn id="652" idx="2"/>
            <a:endCxn id="653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653" name="Google Shape;653;p20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20"/>
          <p:cNvSpPr txBox="1"/>
          <p:nvPr/>
        </p:nvSpPr>
        <p:spPr>
          <a:xfrm>
            <a:off x="589262" y="200163"/>
            <a:ext cx="482856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Framework Utility Module Diagram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20"/>
          <p:cNvSpPr txBox="1"/>
          <p:nvPr/>
        </p:nvSpPr>
        <p:spPr>
          <a:xfrm>
            <a:off x="953397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SONON 장비와의 통신 연결, 데이터 전달, 스캔 이미지 및 음성 렌더링 관련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0"/>
          <p:cNvSpPr txBox="1"/>
          <p:nvPr/>
        </p:nvSpPr>
        <p:spPr>
          <a:xfrm>
            <a:off x="2735932" y="5304888"/>
            <a:ext cx="1440000" cy="81136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서버와의 통신과 관련된 기능을 담당하는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일반적인 네트워크 통신을 위한 부분과 서버 API 처리 관련으로 분리.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0"/>
          <p:cNvSpPr txBox="1"/>
          <p:nvPr/>
        </p:nvSpPr>
        <p:spPr>
          <a:xfrm>
            <a:off x="4512641" y="5304888"/>
            <a:ext cx="1440000" cy="93447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데이터 및 사용자 별 데이터 저장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각 사용자 별 별도의 DB 파일을 생성하며, 사용자 정보, 설정 및 촬영한 환자 정보 저장.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0" name="Google Shape;660;p20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652" name="Google Shape;652;p20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 Helper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Prepare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63" name="Google Shape;663;p20"/>
          <p:cNvSpPr/>
          <p:nvPr/>
        </p:nvSpPr>
        <p:spPr>
          <a:xfrm>
            <a:off x="9842766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Setting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64" name="Google Shape;664;p20"/>
          <p:cNvGrpSpPr/>
          <p:nvPr/>
        </p:nvGrpSpPr>
        <p:grpSpPr>
          <a:xfrm>
            <a:off x="2735932" y="2181878"/>
            <a:ext cx="1440000" cy="932739"/>
            <a:chOff x="5268904" y="1851277"/>
            <a:chExt cx="1440000" cy="932739"/>
          </a:xfrm>
        </p:grpSpPr>
        <p:sp>
          <p:nvSpPr>
            <p:cNvPr id="649" name="Google Shape;649;p20"/>
            <p:cNvSpPr/>
            <p:nvPr/>
          </p:nvSpPr>
          <p:spPr>
            <a:xfrm>
              <a:off x="5268904" y="1851277"/>
              <a:ext cx="1440000" cy="932739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Web API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5376904" y="2213228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 Result Parser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6" name="Google Shape;666;p20"/>
          <p:cNvGrpSpPr/>
          <p:nvPr/>
        </p:nvGrpSpPr>
        <p:grpSpPr>
          <a:xfrm>
            <a:off x="8066058" y="2177798"/>
            <a:ext cx="1440000" cy="1429983"/>
            <a:chOff x="8220507" y="2650703"/>
            <a:chExt cx="1440000" cy="1429983"/>
          </a:xfrm>
        </p:grpSpPr>
        <p:sp>
          <p:nvSpPr>
            <p:cNvPr id="643" name="Google Shape;643;p20"/>
            <p:cNvSpPr/>
            <p:nvPr/>
          </p:nvSpPr>
          <p:spPr>
            <a:xfrm>
              <a:off x="8220507" y="2650703"/>
              <a:ext cx="1440000" cy="1429983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Video Encoder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8328506" y="356233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8328506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Worker Thread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69" name="Google Shape;669;p20"/>
          <p:cNvSpPr txBox="1"/>
          <p:nvPr/>
        </p:nvSpPr>
        <p:spPr>
          <a:xfrm>
            <a:off x="6283523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PACS, worklist 서버와의 통신 처리, DCM 파일 읽고 쓰기 등의 DICOM 관련된 처리 전반을 담당하는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0"/>
          <p:cNvSpPr txBox="1"/>
          <p:nvPr/>
        </p:nvSpPr>
        <p:spPr>
          <a:xfrm>
            <a:off x="8066058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 영상 및 음성을 H.264 또는 H.265로 인코딩하여 MP4 파일로 저장하는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8066057" y="1516857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589259" y="733118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Dependencies</a:t>
            </a:r>
            <a:endParaRPr b="0" i="0" sz="900" u="none" cap="none" strike="noStrik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8066058" y="452275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 Library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3" name="Google Shape;673;p20"/>
          <p:cNvGrpSpPr/>
          <p:nvPr/>
        </p:nvGrpSpPr>
        <p:grpSpPr>
          <a:xfrm>
            <a:off x="2730105" y="3425168"/>
            <a:ext cx="1440000" cy="1429983"/>
            <a:chOff x="5268904" y="1851277"/>
            <a:chExt cx="1440000" cy="1429983"/>
          </a:xfrm>
        </p:grpSpPr>
        <p:sp>
          <p:nvSpPr>
            <p:cNvPr id="650" name="Google Shape;650;p20"/>
            <p:cNvSpPr/>
            <p:nvPr/>
          </p:nvSpPr>
          <p:spPr>
            <a:xfrm>
              <a:off x="5268904" y="1851277"/>
              <a:ext cx="1440000" cy="1429983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Network Process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5376904" y="2213228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Network Thread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5376904" y="275901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HTTP(s) / JSON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76" name="Google Shape;676;p20"/>
          <p:cNvGrpSpPr/>
          <p:nvPr/>
        </p:nvGrpSpPr>
        <p:grpSpPr>
          <a:xfrm>
            <a:off x="958444" y="2177797"/>
            <a:ext cx="1440000" cy="2541687"/>
            <a:chOff x="958444" y="2177797"/>
            <a:chExt cx="1440000" cy="2541687"/>
          </a:xfrm>
        </p:grpSpPr>
        <p:sp>
          <p:nvSpPr>
            <p:cNvPr id="677" name="Google Shape;677;p20"/>
            <p:cNvSpPr/>
            <p:nvPr/>
          </p:nvSpPr>
          <p:spPr>
            <a:xfrm>
              <a:off x="958444" y="2177797"/>
              <a:ext cx="1440000" cy="254168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SoNex SDK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1066444" y="3634334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Time Sync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1066444" y="2542756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Manager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1066444" y="308854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1066444" y="417700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47" name="Google Shape;647;p20"/>
          <p:cNvSpPr/>
          <p:nvPr/>
        </p:nvSpPr>
        <p:spPr>
          <a:xfrm>
            <a:off x="6283522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2" name="Google Shape;682;p20"/>
          <p:cNvGrpSpPr/>
          <p:nvPr/>
        </p:nvGrpSpPr>
        <p:grpSpPr>
          <a:xfrm>
            <a:off x="6283523" y="2181877"/>
            <a:ext cx="1440000" cy="1975920"/>
            <a:chOff x="6283523" y="2181877"/>
            <a:chExt cx="1440000" cy="1975920"/>
          </a:xfrm>
        </p:grpSpPr>
        <p:sp>
          <p:nvSpPr>
            <p:cNvPr id="646" name="Google Shape;646;p20"/>
            <p:cNvSpPr/>
            <p:nvPr/>
          </p:nvSpPr>
          <p:spPr>
            <a:xfrm>
              <a:off x="6283523" y="2181877"/>
              <a:ext cx="1440000" cy="1975920"/>
            </a:xfrm>
            <a:prstGeom prst="rect">
              <a:avLst/>
            </a:prstGeom>
            <a:solidFill>
              <a:srgbClr val="FBE4D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DICOM Handler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91522" y="309262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DCM File Writer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395173" y="254683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Server Comm.</a:t>
              </a:r>
              <a:endParaRPr b="0" i="0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391522" y="3640973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DCM File Reader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86" name="Google Shape;686;p20"/>
          <p:cNvGrpSpPr/>
          <p:nvPr/>
        </p:nvGrpSpPr>
        <p:grpSpPr>
          <a:xfrm>
            <a:off x="9848593" y="2177798"/>
            <a:ext cx="1440000" cy="1429983"/>
            <a:chOff x="9848593" y="2177798"/>
            <a:chExt cx="1440000" cy="1429983"/>
          </a:xfrm>
        </p:grpSpPr>
        <p:sp>
          <p:nvSpPr>
            <p:cNvPr id="640" name="Google Shape;640;p20"/>
            <p:cNvSpPr/>
            <p:nvPr/>
          </p:nvSpPr>
          <p:spPr>
            <a:xfrm>
              <a:off x="9848593" y="2177798"/>
              <a:ext cx="1440000" cy="1429983"/>
            </a:xfrm>
            <a:prstGeom prst="rect">
              <a:avLst/>
            </a:prstGeom>
            <a:solidFill>
              <a:srgbClr val="DDEA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RW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9956592" y="308943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Writer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9956592" y="254275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Reader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89" name="Google Shape;689;p20"/>
          <p:cNvSpPr txBox="1"/>
          <p:nvPr/>
        </p:nvSpPr>
        <p:spPr>
          <a:xfrm>
            <a:off x="9842766" y="5304888"/>
            <a:ext cx="1440000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백업 파일 생성 및 백업 파일 불러오기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9848593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 / ZIP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4" name="Google Shape;694;p23"/>
          <p:cNvCxnSpPr>
            <a:stCxn id="695" idx="2"/>
            <a:endCxn id="696" idx="0"/>
          </p:cNvCxnSpPr>
          <p:nvPr/>
        </p:nvCxnSpPr>
        <p:spPr>
          <a:xfrm>
            <a:off x="3253651" y="5753588"/>
            <a:ext cx="0" cy="15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697" name="Google Shape;697;p23"/>
          <p:cNvCxnSpPr>
            <a:stCxn id="698" idx="2"/>
            <a:endCxn id="699" idx="0"/>
          </p:cNvCxnSpPr>
          <p:nvPr/>
        </p:nvCxnSpPr>
        <p:spPr>
          <a:xfrm>
            <a:off x="5232640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699" name="Google Shape;699;p23"/>
          <p:cNvSpPr/>
          <p:nvPr/>
        </p:nvSpPr>
        <p:spPr>
          <a:xfrm>
            <a:off x="4512640" y="5903313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0" name="Google Shape;700;p23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p23"/>
          <p:cNvSpPr txBox="1"/>
          <p:nvPr/>
        </p:nvSpPr>
        <p:spPr>
          <a:xfrm>
            <a:off x="589262" y="200163"/>
            <a:ext cx="419858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Get User Data Flow - Online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2" name="Google Shape;702;p23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8" name="Google Shape;698;p23"/>
          <p:cNvSpPr/>
          <p:nvPr/>
        </p:nvSpPr>
        <p:spPr>
          <a:xfrm>
            <a:off x="4512640" y="5422857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3"/>
          <p:cNvSpPr/>
          <p:nvPr/>
        </p:nvSpPr>
        <p:spPr>
          <a:xfrm>
            <a:off x="2533651" y="5416965"/>
            <a:ext cx="1440000" cy="33662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API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23"/>
          <p:cNvSpPr/>
          <p:nvPr/>
        </p:nvSpPr>
        <p:spPr>
          <a:xfrm>
            <a:off x="2533651" y="5904119"/>
            <a:ext cx="1440000" cy="33662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2570970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Withdrawal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Login / Logout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Find password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Manage user profile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Current user data on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4" name="Google Shape;704;p23"/>
          <p:cNvCxnSpPr>
            <a:endCxn id="702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5" name="Google Shape;705;p23"/>
          <p:cNvCxnSpPr/>
          <p:nvPr/>
        </p:nvCxnSpPr>
        <p:spPr>
          <a:xfrm>
            <a:off x="2964329" y="1286020"/>
            <a:ext cx="0" cy="8447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6" name="Google Shape;706;p23"/>
          <p:cNvCxnSpPr/>
          <p:nvPr/>
        </p:nvCxnSpPr>
        <p:spPr>
          <a:xfrm>
            <a:off x="2959307" y="3960000"/>
            <a:ext cx="0" cy="145696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7" name="Google Shape;707;p23"/>
          <p:cNvCxnSpPr>
            <a:stCxn id="695" idx="3"/>
            <a:endCxn id="698" idx="1"/>
          </p:cNvCxnSpPr>
          <p:nvPr/>
        </p:nvCxnSpPr>
        <p:spPr>
          <a:xfrm>
            <a:off x="3973651" y="5585277"/>
            <a:ext cx="539100" cy="60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8" name="Google Shape;708;p23"/>
          <p:cNvCxnSpPr/>
          <p:nvPr/>
        </p:nvCxnSpPr>
        <p:spPr>
          <a:xfrm>
            <a:off x="3450105" y="3960000"/>
            <a:ext cx="0" cy="145696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709" name="Google Shape;709;p23"/>
          <p:cNvCxnSpPr/>
          <p:nvPr/>
        </p:nvCxnSpPr>
        <p:spPr>
          <a:xfrm>
            <a:off x="3450105" y="1286020"/>
            <a:ext cx="0" cy="8739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710" name="Google Shape;710;p23"/>
          <p:cNvSpPr txBox="1"/>
          <p:nvPr/>
        </p:nvSpPr>
        <p:spPr>
          <a:xfrm>
            <a:off x="1929564" y="1574793"/>
            <a:ext cx="114646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user data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1" name="Google Shape;711;p23"/>
          <p:cNvSpPr txBox="1"/>
          <p:nvPr/>
        </p:nvSpPr>
        <p:spPr>
          <a:xfrm>
            <a:off x="1929564" y="4638844"/>
            <a:ext cx="114646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Request user data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2" name="Google Shape;712;p23"/>
          <p:cNvSpPr txBox="1"/>
          <p:nvPr/>
        </p:nvSpPr>
        <p:spPr>
          <a:xfrm>
            <a:off x="2448199" y="6283551"/>
            <a:ext cx="150554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Get user data from server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3" name="Google Shape;713;p23"/>
          <p:cNvSpPr txBox="1"/>
          <p:nvPr/>
        </p:nvSpPr>
        <p:spPr>
          <a:xfrm>
            <a:off x="3324998" y="4423400"/>
            <a:ext cx="155683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Send user data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4" name="Google Shape;714;p23"/>
          <p:cNvSpPr txBox="1"/>
          <p:nvPr/>
        </p:nvSpPr>
        <p:spPr>
          <a:xfrm>
            <a:off x="3734971" y="5156117"/>
            <a:ext cx="1374094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Save user data into DB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p23"/>
          <p:cNvSpPr txBox="1"/>
          <p:nvPr/>
        </p:nvSpPr>
        <p:spPr>
          <a:xfrm>
            <a:off x="3324999" y="1574793"/>
            <a:ext cx="155683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Send user data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1" name="Google Shape;721;p24"/>
          <p:cNvCxnSpPr>
            <a:stCxn id="722" idx="2"/>
            <a:endCxn id="723" idx="0"/>
          </p:cNvCxnSpPr>
          <p:nvPr/>
        </p:nvCxnSpPr>
        <p:spPr>
          <a:xfrm>
            <a:off x="3205073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723" name="Google Shape;723;p24"/>
          <p:cNvSpPr/>
          <p:nvPr/>
        </p:nvSpPr>
        <p:spPr>
          <a:xfrm>
            <a:off x="2485073" y="5903313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4" name="Google Shape;724;p24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5" name="Google Shape;725;p24"/>
          <p:cNvSpPr txBox="1"/>
          <p:nvPr/>
        </p:nvSpPr>
        <p:spPr>
          <a:xfrm>
            <a:off x="589262" y="200163"/>
            <a:ext cx="419858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Get User Data Flow - Online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2485073" y="5422857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4"/>
          <p:cNvSpPr/>
          <p:nvPr/>
        </p:nvSpPr>
        <p:spPr>
          <a:xfrm>
            <a:off x="2570970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Withdrawal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Login / Logout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Find password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Manage user profile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Current user data on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24"/>
          <p:cNvCxnSpPr>
            <a:endCxn id="726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9" name="Google Shape;729;p24"/>
          <p:cNvCxnSpPr/>
          <p:nvPr/>
        </p:nvCxnSpPr>
        <p:spPr>
          <a:xfrm>
            <a:off x="2964329" y="1286020"/>
            <a:ext cx="0" cy="8447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0" name="Google Shape;730;p24"/>
          <p:cNvCxnSpPr/>
          <p:nvPr/>
        </p:nvCxnSpPr>
        <p:spPr>
          <a:xfrm>
            <a:off x="2964329" y="3960000"/>
            <a:ext cx="0" cy="146285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1" name="Google Shape;731;p24"/>
          <p:cNvCxnSpPr/>
          <p:nvPr/>
        </p:nvCxnSpPr>
        <p:spPr>
          <a:xfrm>
            <a:off x="3450105" y="3960000"/>
            <a:ext cx="0" cy="146285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732" name="Google Shape;732;p24"/>
          <p:cNvCxnSpPr/>
          <p:nvPr/>
        </p:nvCxnSpPr>
        <p:spPr>
          <a:xfrm>
            <a:off x="3450105" y="1286020"/>
            <a:ext cx="0" cy="8739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733" name="Google Shape;733;p24"/>
          <p:cNvSpPr txBox="1"/>
          <p:nvPr/>
        </p:nvSpPr>
        <p:spPr>
          <a:xfrm>
            <a:off x="1929564" y="1574793"/>
            <a:ext cx="114646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user data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4" name="Google Shape;734;p24"/>
          <p:cNvSpPr txBox="1"/>
          <p:nvPr/>
        </p:nvSpPr>
        <p:spPr>
          <a:xfrm>
            <a:off x="1997736" y="4511790"/>
            <a:ext cx="114646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Request user data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5" name="Google Shape;735;p24"/>
          <p:cNvSpPr txBox="1"/>
          <p:nvPr/>
        </p:nvSpPr>
        <p:spPr>
          <a:xfrm>
            <a:off x="3324998" y="4415135"/>
            <a:ext cx="155683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Send user data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6" name="Google Shape;736;p24"/>
          <p:cNvSpPr txBox="1"/>
          <p:nvPr/>
        </p:nvSpPr>
        <p:spPr>
          <a:xfrm>
            <a:off x="3324999" y="1574793"/>
            <a:ext cx="155683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Send user data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7" name="Google Shape;737;p24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5"/>
          <p:cNvSpPr txBox="1"/>
          <p:nvPr/>
        </p:nvSpPr>
        <p:spPr>
          <a:xfrm>
            <a:off x="3199523" y="2335534"/>
            <a:ext cx="1221809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 Scan started event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3" name="Google Shape;743;p25"/>
          <p:cNvSpPr txBox="1"/>
          <p:nvPr/>
        </p:nvSpPr>
        <p:spPr>
          <a:xfrm>
            <a:off x="3252768" y="3590329"/>
            <a:ext cx="1098378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Set scan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Prepare renderer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 scan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5650541" y="3230033"/>
            <a:ext cx="118333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Return patient info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45" name="Google Shape;745;p25"/>
          <p:cNvCxnSpPr/>
          <p:nvPr/>
        </p:nvCxnSpPr>
        <p:spPr>
          <a:xfrm rot="10800000">
            <a:off x="3208902" y="3565867"/>
            <a:ext cx="1171746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6" name="Google Shape;746;p25"/>
          <p:cNvCxnSpPr>
            <a:stCxn id="747" idx="2"/>
            <a:endCxn id="748" idx="0"/>
          </p:cNvCxnSpPr>
          <p:nvPr/>
        </p:nvCxnSpPr>
        <p:spPr>
          <a:xfrm>
            <a:off x="7469689" y="5759482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749" name="Google Shape;749;p25"/>
          <p:cNvCxnSpPr>
            <a:stCxn id="750" idx="2"/>
            <a:endCxn id="751" idx="0"/>
          </p:cNvCxnSpPr>
          <p:nvPr/>
        </p:nvCxnSpPr>
        <p:spPr>
          <a:xfrm>
            <a:off x="5022256" y="5759479"/>
            <a:ext cx="1260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751" name="Google Shape;751;p25"/>
          <p:cNvSpPr/>
          <p:nvPr/>
        </p:nvSpPr>
        <p:spPr>
          <a:xfrm>
            <a:off x="4314795" y="5903312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p25"/>
          <p:cNvSpPr txBox="1"/>
          <p:nvPr/>
        </p:nvSpPr>
        <p:spPr>
          <a:xfrm>
            <a:off x="589262" y="200163"/>
            <a:ext cx="363753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Start Scan Data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54" name="Google Shape;754;p25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4302256" y="5422856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1855873" y="5415780"/>
            <a:ext cx="1440000" cy="8170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SoNex SDK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6749688" y="5903312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6749689" y="5422859"/>
            <a:ext cx="1440000" cy="33662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6839688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/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Change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439454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scan 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Review 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Dual screen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preset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Latest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data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Renderer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1939523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Device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Connect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device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battery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Firmware upgrade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Connected device data on memory (SDK)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25"/>
          <p:cNvCxnSpPr>
            <a:endCxn id="754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1" name="Google Shape;761;p25"/>
          <p:cNvCxnSpPr/>
          <p:nvPr/>
        </p:nvCxnSpPr>
        <p:spPr>
          <a:xfrm>
            <a:off x="2340026" y="1286020"/>
            <a:ext cx="0" cy="8739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2" name="Google Shape;762;p25"/>
          <p:cNvSpPr txBox="1"/>
          <p:nvPr/>
        </p:nvSpPr>
        <p:spPr>
          <a:xfrm>
            <a:off x="983433" y="1501264"/>
            <a:ext cx="154080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Connect to scanner device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3" name="Google Shape;763;p25"/>
          <p:cNvCxnSpPr/>
          <p:nvPr/>
        </p:nvCxnSpPr>
        <p:spPr>
          <a:xfrm>
            <a:off x="2108045" y="3960000"/>
            <a:ext cx="0" cy="14557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4" name="Google Shape;764;p25"/>
          <p:cNvSpPr txBox="1"/>
          <p:nvPr/>
        </p:nvSpPr>
        <p:spPr>
          <a:xfrm>
            <a:off x="653696" y="4447142"/>
            <a:ext cx="1596912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Connect to scanner device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5" name="Google Shape;765;p25"/>
          <p:cNvCxnSpPr/>
          <p:nvPr/>
        </p:nvCxnSpPr>
        <p:spPr>
          <a:xfrm rot="10800000">
            <a:off x="2324866" y="3966351"/>
            <a:ext cx="0" cy="144942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6" name="Google Shape;766;p25"/>
          <p:cNvCxnSpPr/>
          <p:nvPr/>
        </p:nvCxnSpPr>
        <p:spPr>
          <a:xfrm rot="10800000">
            <a:off x="2819339" y="1285743"/>
            <a:ext cx="0" cy="86790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7" name="Google Shape;767;p25"/>
          <p:cNvSpPr txBox="1"/>
          <p:nvPr/>
        </p:nvSpPr>
        <p:spPr>
          <a:xfrm>
            <a:off x="2672224" y="1693049"/>
            <a:ext cx="1390125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Send connection status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8" name="Google Shape;768;p25"/>
          <p:cNvSpPr txBox="1"/>
          <p:nvPr/>
        </p:nvSpPr>
        <p:spPr>
          <a:xfrm>
            <a:off x="3227007" y="3076690"/>
            <a:ext cx="114005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Prepare scan view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9" name="Google Shape;769;p25"/>
          <p:cNvCxnSpPr>
            <a:stCxn id="757" idx="2"/>
            <a:endCxn id="750" idx="0"/>
          </p:cNvCxnSpPr>
          <p:nvPr/>
        </p:nvCxnSpPr>
        <p:spPr>
          <a:xfrm flipH="1">
            <a:off x="5022147" y="3960000"/>
            <a:ext cx="2400" cy="1462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0" name="Google Shape;770;p25"/>
          <p:cNvCxnSpPr/>
          <p:nvPr/>
        </p:nvCxnSpPr>
        <p:spPr>
          <a:xfrm>
            <a:off x="5166440" y="3960000"/>
            <a:ext cx="0" cy="1462856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771" name="Google Shape;771;p25"/>
          <p:cNvSpPr txBox="1"/>
          <p:nvPr/>
        </p:nvSpPr>
        <p:spPr>
          <a:xfrm>
            <a:off x="4833710" y="4570904"/>
            <a:ext cx="785793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Get preset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72" name="Google Shape;772;p25"/>
          <p:cNvCxnSpPr>
            <a:stCxn id="758" idx="3"/>
            <a:endCxn id="757" idx="1"/>
          </p:cNvCxnSpPr>
          <p:nvPr/>
        </p:nvCxnSpPr>
        <p:spPr>
          <a:xfrm>
            <a:off x="3199523" y="3060000"/>
            <a:ext cx="1194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3" name="Google Shape;773;p25"/>
          <p:cNvCxnSpPr>
            <a:stCxn id="757" idx="3"/>
            <a:endCxn id="756" idx="1"/>
          </p:cNvCxnSpPr>
          <p:nvPr/>
        </p:nvCxnSpPr>
        <p:spPr>
          <a:xfrm>
            <a:off x="5654547" y="3060000"/>
            <a:ext cx="1185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4" name="Google Shape;774;p25"/>
          <p:cNvCxnSpPr/>
          <p:nvPr/>
        </p:nvCxnSpPr>
        <p:spPr>
          <a:xfrm>
            <a:off x="5654547" y="3200945"/>
            <a:ext cx="118514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775" name="Google Shape;775;p25"/>
          <p:cNvSpPr txBox="1"/>
          <p:nvPr/>
        </p:nvSpPr>
        <p:spPr>
          <a:xfrm>
            <a:off x="5724093" y="2841666"/>
            <a:ext cx="1037463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Get patient info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76" name="Google Shape;776;p25"/>
          <p:cNvCxnSpPr>
            <a:stCxn id="756" idx="2"/>
            <a:endCxn id="747" idx="0"/>
          </p:cNvCxnSpPr>
          <p:nvPr/>
        </p:nvCxnSpPr>
        <p:spPr>
          <a:xfrm>
            <a:off x="7469688" y="3960000"/>
            <a:ext cx="0" cy="1462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7" name="Google Shape;777;p25"/>
          <p:cNvCxnSpPr/>
          <p:nvPr/>
        </p:nvCxnSpPr>
        <p:spPr>
          <a:xfrm>
            <a:off x="7618727" y="3960000"/>
            <a:ext cx="1" cy="1462859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778" name="Google Shape;778;p25"/>
          <p:cNvSpPr txBox="1"/>
          <p:nvPr/>
        </p:nvSpPr>
        <p:spPr>
          <a:xfrm>
            <a:off x="6882027" y="4509342"/>
            <a:ext cx="1175322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Create patient info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79" name="Google Shape;779;p25"/>
          <p:cNvCxnSpPr/>
          <p:nvPr/>
        </p:nvCxnSpPr>
        <p:spPr>
          <a:xfrm rot="10800000">
            <a:off x="2743211" y="3960000"/>
            <a:ext cx="0" cy="143725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780" name="Google Shape;780;p25"/>
          <p:cNvCxnSpPr/>
          <p:nvPr/>
        </p:nvCxnSpPr>
        <p:spPr>
          <a:xfrm flipH="1" rot="10800000">
            <a:off x="3199523" y="2567324"/>
            <a:ext cx="1195023" cy="2558"/>
          </a:xfrm>
          <a:prstGeom prst="straightConnector1">
            <a:avLst/>
          </a:prstGeom>
          <a:noFill/>
          <a:ln cap="flat" cmpd="sng" w="9525">
            <a:solidFill>
              <a:srgbClr val="7030A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81" name="Google Shape;781;p25"/>
          <p:cNvCxnSpPr/>
          <p:nvPr/>
        </p:nvCxnSpPr>
        <p:spPr>
          <a:xfrm rot="10800000">
            <a:off x="2919981" y="3960000"/>
            <a:ext cx="0" cy="1437252"/>
          </a:xfrm>
          <a:prstGeom prst="straightConnector1">
            <a:avLst/>
          </a:prstGeom>
          <a:noFill/>
          <a:ln cap="flat" cmpd="sng" w="9525">
            <a:solidFill>
              <a:srgbClr val="7030A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2" name="Google Shape;782;p25"/>
          <p:cNvSpPr txBox="1"/>
          <p:nvPr/>
        </p:nvSpPr>
        <p:spPr>
          <a:xfrm>
            <a:off x="2523990" y="4413809"/>
            <a:ext cx="1098378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 Set scan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Prepare renderer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 scan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3" name="Google Shape;783;p25"/>
          <p:cNvSpPr txBox="1"/>
          <p:nvPr/>
        </p:nvSpPr>
        <p:spPr>
          <a:xfrm>
            <a:off x="2224919" y="4129527"/>
            <a:ext cx="1390125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Send connection status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4" name="Google Shape;784;p25"/>
          <p:cNvCxnSpPr>
            <a:stCxn id="757" idx="0"/>
          </p:cNvCxnSpPr>
          <p:nvPr/>
        </p:nvCxnSpPr>
        <p:spPr>
          <a:xfrm rot="10800000">
            <a:off x="5022147" y="1285800"/>
            <a:ext cx="2400" cy="874200"/>
          </a:xfrm>
          <a:prstGeom prst="straightConnector1">
            <a:avLst/>
          </a:prstGeom>
          <a:noFill/>
          <a:ln cap="flat" cmpd="sng" w="9525">
            <a:solidFill>
              <a:srgbClr val="7030A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5" name="Google Shape;785;p25"/>
          <p:cNvSpPr txBox="1"/>
          <p:nvPr/>
        </p:nvSpPr>
        <p:spPr>
          <a:xfrm>
            <a:off x="4833710" y="1693049"/>
            <a:ext cx="1221809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14. Scan started event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6" name="Google Shape;786;p25"/>
          <p:cNvSpPr txBox="1"/>
          <p:nvPr/>
        </p:nvSpPr>
        <p:spPr>
          <a:xfrm>
            <a:off x="2814400" y="4972174"/>
            <a:ext cx="1221809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 Scan started event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6"/>
          <p:cNvSpPr txBox="1"/>
          <p:nvPr/>
        </p:nvSpPr>
        <p:spPr>
          <a:xfrm>
            <a:off x="4461729" y="5609107"/>
            <a:ext cx="1374094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Save user data into DB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92" name="Google Shape;792;p26"/>
          <p:cNvCxnSpPr>
            <a:stCxn id="793" idx="2"/>
            <a:endCxn id="794" idx="0"/>
          </p:cNvCxnSpPr>
          <p:nvPr/>
        </p:nvCxnSpPr>
        <p:spPr>
          <a:xfrm>
            <a:off x="3260053" y="5758586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795" name="Google Shape;795;p26"/>
          <p:cNvCxnSpPr>
            <a:stCxn id="796" idx="2"/>
            <a:endCxn id="797" idx="0"/>
          </p:cNvCxnSpPr>
          <p:nvPr/>
        </p:nvCxnSpPr>
        <p:spPr>
          <a:xfrm>
            <a:off x="6815262" y="5758583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797" name="Google Shape;797;p26"/>
          <p:cNvSpPr/>
          <p:nvPr/>
        </p:nvSpPr>
        <p:spPr>
          <a:xfrm>
            <a:off x="6095262" y="590241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8" name="Google Shape;798;p26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9" name="Google Shape;799;p26"/>
          <p:cNvSpPr txBox="1"/>
          <p:nvPr/>
        </p:nvSpPr>
        <p:spPr>
          <a:xfrm>
            <a:off x="589262" y="200163"/>
            <a:ext cx="4511171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Get Worklist Data Flow - Online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6095262" y="5421960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2540052" y="590241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2540053" y="5421963"/>
            <a:ext cx="1440000" cy="33662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2547441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list from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6"/>
          <p:cNvSpPr/>
          <p:nvPr/>
        </p:nvSpPr>
        <p:spPr>
          <a:xfrm>
            <a:off x="617799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/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Change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3" name="Google Shape;803;p26"/>
          <p:cNvCxnSpPr>
            <a:endCxn id="800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4" name="Google Shape;804;p26"/>
          <p:cNvCxnSpPr>
            <a:stCxn id="800" idx="2"/>
            <a:endCxn id="801" idx="0"/>
          </p:cNvCxnSpPr>
          <p:nvPr/>
        </p:nvCxnSpPr>
        <p:spPr>
          <a:xfrm flipH="1">
            <a:off x="3177546" y="1286020"/>
            <a:ext cx="600" cy="873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5" name="Google Shape;805;p26"/>
          <p:cNvCxnSpPr/>
          <p:nvPr/>
        </p:nvCxnSpPr>
        <p:spPr>
          <a:xfrm>
            <a:off x="2992613" y="3977936"/>
            <a:ext cx="0" cy="144203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6" name="Google Shape;806;p26"/>
          <p:cNvCxnSpPr/>
          <p:nvPr/>
        </p:nvCxnSpPr>
        <p:spPr>
          <a:xfrm rot="10800000">
            <a:off x="3468547" y="3960000"/>
            <a:ext cx="0" cy="14599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7" name="Google Shape;807;p26"/>
          <p:cNvCxnSpPr>
            <a:stCxn id="793" idx="3"/>
            <a:endCxn id="796" idx="1"/>
          </p:cNvCxnSpPr>
          <p:nvPr/>
        </p:nvCxnSpPr>
        <p:spPr>
          <a:xfrm>
            <a:off x="3980053" y="5590275"/>
            <a:ext cx="21153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8" name="Google Shape;808;p26"/>
          <p:cNvCxnSpPr/>
          <p:nvPr/>
        </p:nvCxnSpPr>
        <p:spPr>
          <a:xfrm>
            <a:off x="6598024" y="3960000"/>
            <a:ext cx="0" cy="1459968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9" name="Google Shape;809;p26"/>
          <p:cNvCxnSpPr/>
          <p:nvPr/>
        </p:nvCxnSpPr>
        <p:spPr>
          <a:xfrm rot="10800000">
            <a:off x="7003522" y="3960000"/>
            <a:ext cx="0" cy="1459968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0" name="Google Shape;810;p26"/>
          <p:cNvCxnSpPr/>
          <p:nvPr/>
        </p:nvCxnSpPr>
        <p:spPr>
          <a:xfrm rot="10800000">
            <a:off x="3450105" y="1286020"/>
            <a:ext cx="0" cy="8739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1" name="Google Shape;811;p26"/>
          <p:cNvSpPr txBox="1"/>
          <p:nvPr/>
        </p:nvSpPr>
        <p:spPr>
          <a:xfrm>
            <a:off x="2240088" y="1436162"/>
            <a:ext cx="106631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worklist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2" name="Google Shape;812;p26"/>
          <p:cNvSpPr txBox="1"/>
          <p:nvPr/>
        </p:nvSpPr>
        <p:spPr>
          <a:xfrm>
            <a:off x="2078936" y="4464701"/>
            <a:ext cx="106631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Request worklist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3" name="Google Shape;813;p26"/>
          <p:cNvSpPr txBox="1"/>
          <p:nvPr/>
        </p:nvSpPr>
        <p:spPr>
          <a:xfrm>
            <a:off x="2547357" y="6308912"/>
            <a:ext cx="142539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Get worklist from server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4" name="Google Shape;814;p26"/>
          <p:cNvSpPr txBox="1"/>
          <p:nvPr/>
        </p:nvSpPr>
        <p:spPr>
          <a:xfrm>
            <a:off x="3306406" y="4761075"/>
            <a:ext cx="147668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Send worklist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5" name="Google Shape;815;p26"/>
          <p:cNvSpPr txBox="1"/>
          <p:nvPr/>
        </p:nvSpPr>
        <p:spPr>
          <a:xfrm>
            <a:off x="4286562" y="2826375"/>
            <a:ext cx="1277914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Check patient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Return patient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6" name="Google Shape;816;p26"/>
          <p:cNvSpPr txBox="1"/>
          <p:nvPr/>
        </p:nvSpPr>
        <p:spPr>
          <a:xfrm>
            <a:off x="5548608" y="4301856"/>
            <a:ext cx="124906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Check patient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7" name="Google Shape;817;p26"/>
          <p:cNvSpPr txBox="1"/>
          <p:nvPr/>
        </p:nvSpPr>
        <p:spPr>
          <a:xfrm>
            <a:off x="6896305" y="4591230"/>
            <a:ext cx="1277914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Return patient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8" name="Google Shape;818;p26"/>
          <p:cNvSpPr txBox="1"/>
          <p:nvPr/>
        </p:nvSpPr>
        <p:spPr>
          <a:xfrm>
            <a:off x="3314749" y="1750086"/>
            <a:ext cx="1532792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Send worklist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19" name="Google Shape;819;p26"/>
          <p:cNvCxnSpPr>
            <a:stCxn id="801" idx="3"/>
            <a:endCxn id="802" idx="1"/>
          </p:cNvCxnSpPr>
          <p:nvPr/>
        </p:nvCxnSpPr>
        <p:spPr>
          <a:xfrm>
            <a:off x="3807441" y="3060000"/>
            <a:ext cx="23706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0" name="Google Shape;820;p26"/>
          <p:cNvCxnSpPr/>
          <p:nvPr/>
        </p:nvCxnSpPr>
        <p:spPr>
          <a:xfrm>
            <a:off x="3807441" y="3200945"/>
            <a:ext cx="2370556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stealth"/>
          </a:ln>
        </p:spPr>
      </p:cxnSp>
      <p:sp>
        <p:nvSpPr>
          <p:cNvPr id="821" name="Google Shape;821;p26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6" name="Google Shape;826;p27"/>
          <p:cNvCxnSpPr>
            <a:stCxn id="827" idx="2"/>
            <a:endCxn id="828" idx="0"/>
          </p:cNvCxnSpPr>
          <p:nvPr/>
        </p:nvCxnSpPr>
        <p:spPr>
          <a:xfrm>
            <a:off x="5082085" y="5797105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828" name="Google Shape;828;p27"/>
          <p:cNvSpPr/>
          <p:nvPr/>
        </p:nvSpPr>
        <p:spPr>
          <a:xfrm>
            <a:off x="4362085" y="5940938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0" name="Google Shape;830;p27"/>
          <p:cNvSpPr txBox="1"/>
          <p:nvPr/>
        </p:nvSpPr>
        <p:spPr>
          <a:xfrm>
            <a:off x="589262" y="200163"/>
            <a:ext cx="451598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Get Worklist Data Flow - Offline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4362085" y="5460482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2547441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list from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617799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/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Change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4" name="Google Shape;834;p27"/>
          <p:cNvCxnSpPr>
            <a:endCxn id="831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5" name="Google Shape;835;p27"/>
          <p:cNvCxnSpPr>
            <a:stCxn id="831" idx="2"/>
            <a:endCxn id="832" idx="0"/>
          </p:cNvCxnSpPr>
          <p:nvPr/>
        </p:nvCxnSpPr>
        <p:spPr>
          <a:xfrm flipH="1">
            <a:off x="3177546" y="1286020"/>
            <a:ext cx="600" cy="873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6" name="Google Shape;836;p27"/>
          <p:cNvCxnSpPr/>
          <p:nvPr/>
        </p:nvCxnSpPr>
        <p:spPr>
          <a:xfrm>
            <a:off x="2992613" y="3977936"/>
            <a:ext cx="1639152" cy="148254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7" name="Google Shape;837;p27"/>
          <p:cNvCxnSpPr>
            <a:stCxn id="827" idx="0"/>
          </p:cNvCxnSpPr>
          <p:nvPr/>
        </p:nvCxnSpPr>
        <p:spPr>
          <a:xfrm rot="10800000">
            <a:off x="3468685" y="3959882"/>
            <a:ext cx="1613400" cy="150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8" name="Google Shape;838;p27"/>
          <p:cNvCxnSpPr>
            <a:endCxn id="827" idx="0"/>
          </p:cNvCxnSpPr>
          <p:nvPr/>
        </p:nvCxnSpPr>
        <p:spPr>
          <a:xfrm flipH="1">
            <a:off x="5082085" y="3959882"/>
            <a:ext cx="1515900" cy="1500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9" name="Google Shape;839;p27"/>
          <p:cNvCxnSpPr/>
          <p:nvPr/>
        </p:nvCxnSpPr>
        <p:spPr>
          <a:xfrm flipH="1" rot="10800000">
            <a:off x="5456518" y="3960000"/>
            <a:ext cx="1547004" cy="1500482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0" name="Google Shape;840;p27"/>
          <p:cNvCxnSpPr/>
          <p:nvPr/>
        </p:nvCxnSpPr>
        <p:spPr>
          <a:xfrm rot="10800000">
            <a:off x="3450105" y="1286020"/>
            <a:ext cx="0" cy="8739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1" name="Google Shape;841;p27"/>
          <p:cNvSpPr txBox="1"/>
          <p:nvPr/>
        </p:nvSpPr>
        <p:spPr>
          <a:xfrm>
            <a:off x="2240088" y="1436162"/>
            <a:ext cx="106631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worklist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2" name="Google Shape;842;p27"/>
          <p:cNvSpPr txBox="1"/>
          <p:nvPr/>
        </p:nvSpPr>
        <p:spPr>
          <a:xfrm>
            <a:off x="2981676" y="4651978"/>
            <a:ext cx="106631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Request worklist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3" name="Google Shape;843;p27"/>
          <p:cNvSpPr txBox="1"/>
          <p:nvPr/>
        </p:nvSpPr>
        <p:spPr>
          <a:xfrm>
            <a:off x="3706420" y="4237316"/>
            <a:ext cx="147668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Send worklist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4" name="Google Shape;844;p27"/>
          <p:cNvSpPr txBox="1"/>
          <p:nvPr/>
        </p:nvSpPr>
        <p:spPr>
          <a:xfrm>
            <a:off x="4286562" y="2826375"/>
            <a:ext cx="1277914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Check patient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Return patient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5" name="Google Shape;845;p27"/>
          <p:cNvSpPr txBox="1"/>
          <p:nvPr/>
        </p:nvSpPr>
        <p:spPr>
          <a:xfrm>
            <a:off x="4754131" y="4585266"/>
            <a:ext cx="124906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Check patient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6" name="Google Shape;846;p27"/>
          <p:cNvSpPr txBox="1"/>
          <p:nvPr/>
        </p:nvSpPr>
        <p:spPr>
          <a:xfrm>
            <a:off x="6319400" y="4401128"/>
            <a:ext cx="1277914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Return patient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27"/>
          <p:cNvSpPr txBox="1"/>
          <p:nvPr/>
        </p:nvSpPr>
        <p:spPr>
          <a:xfrm>
            <a:off x="3314749" y="1750086"/>
            <a:ext cx="1532792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Send worklist by callback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48" name="Google Shape;848;p27"/>
          <p:cNvCxnSpPr>
            <a:stCxn id="832" idx="3"/>
            <a:endCxn id="833" idx="1"/>
          </p:cNvCxnSpPr>
          <p:nvPr/>
        </p:nvCxnSpPr>
        <p:spPr>
          <a:xfrm>
            <a:off x="3807441" y="3060000"/>
            <a:ext cx="23706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9" name="Google Shape;849;p27"/>
          <p:cNvCxnSpPr/>
          <p:nvPr/>
        </p:nvCxnSpPr>
        <p:spPr>
          <a:xfrm>
            <a:off x="3807441" y="3200945"/>
            <a:ext cx="2370556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stealth"/>
          </a:ln>
        </p:spPr>
      </p:cxnSp>
      <p:sp>
        <p:nvSpPr>
          <p:cNvPr id="850" name="Google Shape;850;p27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8"/>
          <p:cNvSpPr txBox="1"/>
          <p:nvPr/>
        </p:nvSpPr>
        <p:spPr>
          <a:xfrm>
            <a:off x="5423283" y="4175184"/>
            <a:ext cx="1053494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Upload to PACS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Upload result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56" name="Google Shape;856;p28"/>
          <p:cNvCxnSpPr>
            <a:stCxn id="857" idx="2"/>
            <a:endCxn id="858" idx="0"/>
          </p:cNvCxnSpPr>
          <p:nvPr/>
        </p:nvCxnSpPr>
        <p:spPr>
          <a:xfrm>
            <a:off x="8786058" y="5764552"/>
            <a:ext cx="0" cy="13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859" name="Google Shape;859;p28"/>
          <p:cNvCxnSpPr>
            <a:stCxn id="860" idx="2"/>
            <a:endCxn id="861" idx="0"/>
          </p:cNvCxnSpPr>
          <p:nvPr/>
        </p:nvCxnSpPr>
        <p:spPr>
          <a:xfrm>
            <a:off x="7003523" y="5759482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862" name="Google Shape;862;p28"/>
          <p:cNvCxnSpPr>
            <a:stCxn id="863" idx="2"/>
            <a:endCxn id="864" idx="0"/>
          </p:cNvCxnSpPr>
          <p:nvPr/>
        </p:nvCxnSpPr>
        <p:spPr>
          <a:xfrm>
            <a:off x="1667041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864" name="Google Shape;864;p28"/>
          <p:cNvSpPr/>
          <p:nvPr/>
        </p:nvSpPr>
        <p:spPr>
          <a:xfrm>
            <a:off x="947041" y="5903313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5" name="Google Shape;865;p28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6" name="Google Shape;866;p28"/>
          <p:cNvSpPr txBox="1"/>
          <p:nvPr/>
        </p:nvSpPr>
        <p:spPr>
          <a:xfrm>
            <a:off x="589262" y="200163"/>
            <a:ext cx="325602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Share Data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3" name="Google Shape;863;p28"/>
          <p:cNvSpPr/>
          <p:nvPr/>
        </p:nvSpPr>
        <p:spPr>
          <a:xfrm>
            <a:off x="947041" y="5422857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8"/>
          <p:cNvSpPr/>
          <p:nvPr/>
        </p:nvSpPr>
        <p:spPr>
          <a:xfrm>
            <a:off x="8066058" y="5427929"/>
            <a:ext cx="1440000" cy="33662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Video Encoder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8" name="Google Shape;858;p28"/>
          <p:cNvSpPr/>
          <p:nvPr/>
        </p:nvSpPr>
        <p:spPr>
          <a:xfrm>
            <a:off x="8066058" y="590331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 Library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3672846" y="5422858"/>
            <a:ext cx="1440000" cy="8170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SoNex SDK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6283522" y="5903312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6283523" y="5422859"/>
            <a:ext cx="1440000" cy="336623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8"/>
          <p:cNvSpPr/>
          <p:nvPr/>
        </p:nvSpPr>
        <p:spPr>
          <a:xfrm>
            <a:off x="1037041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/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Change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8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3994942" y="215974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Share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PACS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Convert to MP4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Convert to DCM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Save upload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2" name="Google Shape;872;p28"/>
          <p:cNvCxnSpPr>
            <a:endCxn id="867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3" name="Google Shape;873;p28"/>
          <p:cNvCxnSpPr/>
          <p:nvPr/>
        </p:nvCxnSpPr>
        <p:spPr>
          <a:xfrm>
            <a:off x="4416612" y="1279515"/>
            <a:ext cx="0" cy="88022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4" name="Google Shape;874;p28"/>
          <p:cNvCxnSpPr/>
          <p:nvPr/>
        </p:nvCxnSpPr>
        <p:spPr>
          <a:xfrm>
            <a:off x="2289963" y="3429000"/>
            <a:ext cx="171153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5" name="Google Shape;875;p28"/>
          <p:cNvCxnSpPr>
            <a:stCxn id="869" idx="2"/>
            <a:endCxn id="863" idx="0"/>
          </p:cNvCxnSpPr>
          <p:nvPr/>
        </p:nvCxnSpPr>
        <p:spPr>
          <a:xfrm>
            <a:off x="1667041" y="3960000"/>
            <a:ext cx="0" cy="146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876" name="Google Shape;876;p28"/>
          <p:cNvCxnSpPr>
            <a:endCxn id="860" idx="0"/>
          </p:cNvCxnSpPr>
          <p:nvPr/>
        </p:nvCxnSpPr>
        <p:spPr>
          <a:xfrm>
            <a:off x="5254823" y="3766259"/>
            <a:ext cx="1748700" cy="16566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7" name="Google Shape;877;p28"/>
          <p:cNvCxnSpPr>
            <a:endCxn id="857" idx="0"/>
          </p:cNvCxnSpPr>
          <p:nvPr/>
        </p:nvCxnSpPr>
        <p:spPr>
          <a:xfrm>
            <a:off x="5252358" y="3766229"/>
            <a:ext cx="3533700" cy="16617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8" name="Google Shape;878;p28"/>
          <p:cNvCxnSpPr>
            <a:endCxn id="871" idx="3"/>
          </p:cNvCxnSpPr>
          <p:nvPr/>
        </p:nvCxnSpPr>
        <p:spPr>
          <a:xfrm flipH="1" rot="5400000">
            <a:off x="4810192" y="3504490"/>
            <a:ext cx="2358000" cy="14685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9" name="Google Shape;879;p28"/>
          <p:cNvCxnSpPr>
            <a:endCxn id="871" idx="3"/>
          </p:cNvCxnSpPr>
          <p:nvPr/>
        </p:nvCxnSpPr>
        <p:spPr>
          <a:xfrm rot="10800000">
            <a:off x="5254942" y="3059740"/>
            <a:ext cx="3263700" cy="2358000"/>
          </a:xfrm>
          <a:prstGeom prst="bentConnector3">
            <a:avLst>
              <a:gd fmla="val 10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80" name="Google Shape;880;p28"/>
          <p:cNvCxnSpPr/>
          <p:nvPr/>
        </p:nvCxnSpPr>
        <p:spPr>
          <a:xfrm rot="10800000">
            <a:off x="4858871" y="1279515"/>
            <a:ext cx="0" cy="880225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1" name="Google Shape;881;p28"/>
          <p:cNvSpPr txBox="1"/>
          <p:nvPr/>
        </p:nvSpPr>
        <p:spPr>
          <a:xfrm>
            <a:off x="3618532" y="1570624"/>
            <a:ext cx="95891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share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82" name="Google Shape;882;p28"/>
          <p:cNvCxnSpPr/>
          <p:nvPr/>
        </p:nvCxnSpPr>
        <p:spPr>
          <a:xfrm>
            <a:off x="1475224" y="3959739"/>
            <a:ext cx="529" cy="146285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83" name="Google Shape;883;p28"/>
          <p:cNvCxnSpPr>
            <a:stCxn id="871" idx="1"/>
            <a:endCxn id="869" idx="3"/>
          </p:cNvCxnSpPr>
          <p:nvPr/>
        </p:nvCxnSpPr>
        <p:spPr>
          <a:xfrm flipH="1">
            <a:off x="2296942" y="3059740"/>
            <a:ext cx="16980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4" name="Google Shape;884;p28"/>
          <p:cNvSpPr txBox="1"/>
          <p:nvPr/>
        </p:nvSpPr>
        <p:spPr>
          <a:xfrm>
            <a:off x="2503827" y="2808621"/>
            <a:ext cx="128432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Get snapshot / video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5" name="Google Shape;885;p28"/>
          <p:cNvSpPr txBox="1"/>
          <p:nvPr/>
        </p:nvSpPr>
        <p:spPr>
          <a:xfrm>
            <a:off x="5625051" y="3816342"/>
            <a:ext cx="837089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Convert file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6" name="Google Shape;886;p28"/>
          <p:cNvSpPr txBox="1"/>
          <p:nvPr/>
        </p:nvSpPr>
        <p:spPr>
          <a:xfrm>
            <a:off x="1184963" y="4488356"/>
            <a:ext cx="85151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Get file info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7" name="Google Shape;887;p28"/>
          <p:cNvSpPr txBox="1"/>
          <p:nvPr/>
        </p:nvSpPr>
        <p:spPr>
          <a:xfrm>
            <a:off x="6139093" y="2808621"/>
            <a:ext cx="116891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Converted file info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8" name="Google Shape;888;p28"/>
          <p:cNvSpPr txBox="1"/>
          <p:nvPr/>
        </p:nvSpPr>
        <p:spPr>
          <a:xfrm>
            <a:off x="4666620" y="1580920"/>
            <a:ext cx="1225015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 Converted file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status</a:t>
            </a:r>
            <a:endParaRPr b="0" i="0" sz="800" u="none" cap="none" strike="noStrike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9" name="Google Shape;889;p28"/>
          <p:cNvSpPr txBox="1"/>
          <p:nvPr/>
        </p:nvSpPr>
        <p:spPr>
          <a:xfrm>
            <a:off x="2810003" y="3446494"/>
            <a:ext cx="67198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File info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90" name="Google Shape;890;p28"/>
          <p:cNvCxnSpPr>
            <a:stCxn id="871" idx="2"/>
          </p:cNvCxnSpPr>
          <p:nvPr/>
        </p:nvCxnSpPr>
        <p:spPr>
          <a:xfrm>
            <a:off x="4624942" y="3959740"/>
            <a:ext cx="0" cy="147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91" name="Google Shape;891;p28"/>
          <p:cNvCxnSpPr>
            <a:stCxn id="868" idx="0"/>
          </p:cNvCxnSpPr>
          <p:nvPr/>
        </p:nvCxnSpPr>
        <p:spPr>
          <a:xfrm rot="10800000">
            <a:off x="4392846" y="3964858"/>
            <a:ext cx="0" cy="1458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2" name="Google Shape;892;p28"/>
          <p:cNvSpPr txBox="1"/>
          <p:nvPr/>
        </p:nvSpPr>
        <p:spPr>
          <a:xfrm>
            <a:off x="3970756" y="4475724"/>
            <a:ext cx="130837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Load stream from file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93" name="Google Shape;893;p28"/>
          <p:cNvCxnSpPr/>
          <p:nvPr/>
        </p:nvCxnSpPr>
        <p:spPr>
          <a:xfrm flipH="1">
            <a:off x="1816847" y="3766362"/>
            <a:ext cx="2178095" cy="165142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4" name="Google Shape;894;p28"/>
          <p:cNvSpPr txBox="1"/>
          <p:nvPr/>
        </p:nvSpPr>
        <p:spPr>
          <a:xfrm>
            <a:off x="2411030" y="4690063"/>
            <a:ext cx="1237839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4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Save upload status</a:t>
            </a:r>
            <a:endParaRPr b="0" i="0" sz="800" u="none" cap="none" strike="noStrike">
              <a:solidFill>
                <a:schemeClr val="accent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95" name="Google Shape;895;p28"/>
          <p:cNvCxnSpPr/>
          <p:nvPr/>
        </p:nvCxnSpPr>
        <p:spPr>
          <a:xfrm flipH="1" rot="-5400000">
            <a:off x="5130413" y="3973991"/>
            <a:ext cx="1458000" cy="1429500"/>
          </a:xfrm>
          <a:prstGeom prst="bentConnector3">
            <a:avLst>
              <a:gd fmla="val 30736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Google Shape;900;p29"/>
          <p:cNvCxnSpPr>
            <a:stCxn id="901" idx="2"/>
            <a:endCxn id="902" idx="0"/>
          </p:cNvCxnSpPr>
          <p:nvPr/>
        </p:nvCxnSpPr>
        <p:spPr>
          <a:xfrm>
            <a:off x="4875707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903" name="Google Shape;903;p29"/>
          <p:cNvCxnSpPr>
            <a:stCxn id="904" idx="2"/>
            <a:endCxn id="905" idx="0"/>
          </p:cNvCxnSpPr>
          <p:nvPr/>
        </p:nvCxnSpPr>
        <p:spPr>
          <a:xfrm>
            <a:off x="2300659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05" name="Google Shape;905;p29"/>
          <p:cNvSpPr/>
          <p:nvPr/>
        </p:nvSpPr>
        <p:spPr>
          <a:xfrm>
            <a:off x="1580659" y="5903313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6" name="Google Shape;906;p29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7" name="Google Shape;907;p29"/>
          <p:cNvSpPr txBox="1"/>
          <p:nvPr/>
        </p:nvSpPr>
        <p:spPr>
          <a:xfrm>
            <a:off x="589262" y="200163"/>
            <a:ext cx="3405099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Backup Data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8" name="Google Shape;908;p29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4" name="Google Shape;904;p29"/>
          <p:cNvSpPr/>
          <p:nvPr/>
        </p:nvSpPr>
        <p:spPr>
          <a:xfrm>
            <a:off x="1580659" y="5422857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9"/>
          <p:cNvSpPr/>
          <p:nvPr/>
        </p:nvSpPr>
        <p:spPr>
          <a:xfrm>
            <a:off x="4155707" y="5422857"/>
            <a:ext cx="1440000" cy="336623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File RW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2" name="Google Shape;902;p29"/>
          <p:cNvSpPr/>
          <p:nvPr/>
        </p:nvSpPr>
        <p:spPr>
          <a:xfrm>
            <a:off x="4155707" y="5903312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 / ZIP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9" name="Google Shape;909;p29"/>
          <p:cNvSpPr/>
          <p:nvPr/>
        </p:nvSpPr>
        <p:spPr>
          <a:xfrm>
            <a:off x="1670659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/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Change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9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9"/>
          <p:cNvSpPr/>
          <p:nvPr/>
        </p:nvSpPr>
        <p:spPr>
          <a:xfrm>
            <a:off x="424570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patient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preset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app settings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29"/>
          <p:cNvCxnSpPr>
            <a:endCxn id="908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3" name="Google Shape;913;p29"/>
          <p:cNvCxnSpPr>
            <a:endCxn id="911" idx="0"/>
          </p:cNvCxnSpPr>
          <p:nvPr/>
        </p:nvCxnSpPr>
        <p:spPr>
          <a:xfrm>
            <a:off x="4875707" y="1286100"/>
            <a:ext cx="0" cy="873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4" name="Google Shape;914;p29"/>
          <p:cNvSpPr txBox="1"/>
          <p:nvPr/>
        </p:nvSpPr>
        <p:spPr>
          <a:xfrm>
            <a:off x="4755923" y="1578976"/>
            <a:ext cx="104387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backup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15" name="Google Shape;915;p29"/>
          <p:cNvCxnSpPr>
            <a:stCxn id="911" idx="1"/>
            <a:endCxn id="909" idx="3"/>
          </p:cNvCxnSpPr>
          <p:nvPr/>
        </p:nvCxnSpPr>
        <p:spPr>
          <a:xfrm rot="10800000">
            <a:off x="2930807" y="3060000"/>
            <a:ext cx="1314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6" name="Google Shape;916;p29"/>
          <p:cNvSpPr txBox="1"/>
          <p:nvPr/>
        </p:nvSpPr>
        <p:spPr>
          <a:xfrm>
            <a:off x="3058230" y="2679374"/>
            <a:ext cx="1059906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Get patient info,</a:t>
            </a:r>
            <a:b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17" name="Google Shape;917;p29"/>
          <p:cNvCxnSpPr>
            <a:stCxn id="904" idx="0"/>
            <a:endCxn id="909" idx="2"/>
          </p:cNvCxnSpPr>
          <p:nvPr/>
        </p:nvCxnSpPr>
        <p:spPr>
          <a:xfrm rot="10800000">
            <a:off x="2300659" y="3960057"/>
            <a:ext cx="0" cy="146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18" name="Google Shape;918;p29"/>
          <p:cNvSpPr txBox="1"/>
          <p:nvPr/>
        </p:nvSpPr>
        <p:spPr>
          <a:xfrm>
            <a:off x="1599185" y="4590315"/>
            <a:ext cx="140294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Get patient info, file 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19" name="Google Shape;919;p29"/>
          <p:cNvCxnSpPr/>
          <p:nvPr/>
        </p:nvCxnSpPr>
        <p:spPr>
          <a:xfrm>
            <a:off x="5024149" y="3960000"/>
            <a:ext cx="0" cy="146285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0" name="Google Shape;920;p29"/>
          <p:cNvSpPr txBox="1"/>
          <p:nvPr/>
        </p:nvSpPr>
        <p:spPr>
          <a:xfrm>
            <a:off x="4904366" y="4618536"/>
            <a:ext cx="1144865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Create backup file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21" name="Google Shape;921;p29"/>
          <p:cNvCxnSpPr/>
          <p:nvPr/>
        </p:nvCxnSpPr>
        <p:spPr>
          <a:xfrm rot="10800000">
            <a:off x="4720442" y="3960000"/>
            <a:ext cx="0" cy="1462857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2" name="Google Shape;922;p29"/>
          <p:cNvSpPr txBox="1"/>
          <p:nvPr/>
        </p:nvSpPr>
        <p:spPr>
          <a:xfrm>
            <a:off x="3820405" y="4325580"/>
            <a:ext cx="105189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Backup file path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23" name="Google Shape;923;p29"/>
          <p:cNvCxnSpPr/>
          <p:nvPr/>
        </p:nvCxnSpPr>
        <p:spPr>
          <a:xfrm rot="10800000">
            <a:off x="4510383" y="1284738"/>
            <a:ext cx="0" cy="87526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4" name="Google Shape;924;p29"/>
          <p:cNvSpPr txBox="1"/>
          <p:nvPr/>
        </p:nvSpPr>
        <p:spPr>
          <a:xfrm>
            <a:off x="3254149" y="1629399"/>
            <a:ext cx="1394934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Result, backup file path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25" name="Google Shape;925;p29"/>
          <p:cNvCxnSpPr/>
          <p:nvPr/>
        </p:nvCxnSpPr>
        <p:spPr>
          <a:xfrm rot="10800000">
            <a:off x="2934615" y="3212400"/>
            <a:ext cx="131504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926" name="Google Shape;926;p29"/>
          <p:cNvSpPr txBox="1"/>
          <p:nvPr/>
        </p:nvSpPr>
        <p:spPr>
          <a:xfrm>
            <a:off x="3094297" y="3256304"/>
            <a:ext cx="98777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Patient, file list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1" name="Google Shape;931;p30"/>
          <p:cNvCxnSpPr>
            <a:stCxn id="932" idx="2"/>
            <a:endCxn id="933" idx="0"/>
          </p:cNvCxnSpPr>
          <p:nvPr/>
        </p:nvCxnSpPr>
        <p:spPr>
          <a:xfrm>
            <a:off x="4875707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934" name="Google Shape;934;p30"/>
          <p:cNvCxnSpPr>
            <a:stCxn id="935" idx="2"/>
            <a:endCxn id="936" idx="0"/>
          </p:cNvCxnSpPr>
          <p:nvPr/>
        </p:nvCxnSpPr>
        <p:spPr>
          <a:xfrm>
            <a:off x="2300659" y="5759480"/>
            <a:ext cx="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36" name="Google Shape;936;p30"/>
          <p:cNvSpPr/>
          <p:nvPr/>
        </p:nvSpPr>
        <p:spPr>
          <a:xfrm>
            <a:off x="1580659" y="5903313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7" name="Google Shape;937;p30"/>
          <p:cNvSpPr/>
          <p:nvPr/>
        </p:nvSpPr>
        <p:spPr>
          <a:xfrm>
            <a:off x="589259" y="1122866"/>
            <a:ext cx="11067448" cy="4156158"/>
          </a:xfrm>
          <a:prstGeom prst="roundRect">
            <a:avLst>
              <a:gd fmla="val 187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8" name="Google Shape;938;p30"/>
          <p:cNvSpPr txBox="1"/>
          <p:nvPr/>
        </p:nvSpPr>
        <p:spPr>
          <a:xfrm>
            <a:off x="589262" y="200163"/>
            <a:ext cx="340189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Restore Data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9" name="Google Shape;939;p30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5" name="Google Shape;935;p30"/>
          <p:cNvSpPr/>
          <p:nvPr/>
        </p:nvSpPr>
        <p:spPr>
          <a:xfrm>
            <a:off x="1580659" y="5422857"/>
            <a:ext cx="1440000" cy="33662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0"/>
          <p:cNvSpPr/>
          <p:nvPr/>
        </p:nvSpPr>
        <p:spPr>
          <a:xfrm>
            <a:off x="4155707" y="5422857"/>
            <a:ext cx="1440000" cy="336623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File RW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3" name="Google Shape;933;p30"/>
          <p:cNvSpPr/>
          <p:nvPr/>
        </p:nvSpPr>
        <p:spPr>
          <a:xfrm>
            <a:off x="4155707" y="5903312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 / ZIP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0" name="Google Shape;940;p30"/>
          <p:cNvSpPr/>
          <p:nvPr/>
        </p:nvSpPr>
        <p:spPr>
          <a:xfrm>
            <a:off x="1670659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/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 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exam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 instance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Change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 with worklist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0"/>
          <p:cNvSpPr/>
          <p:nvPr/>
        </p:nvSpPr>
        <p:spPr>
          <a:xfrm>
            <a:off x="1028895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activity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Anonymous log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past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Separated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0"/>
          <p:cNvSpPr/>
          <p:nvPr/>
        </p:nvSpPr>
        <p:spPr>
          <a:xfrm>
            <a:off x="4245707" y="2160000"/>
            <a:ext cx="1260000" cy="18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patient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preset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app settings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stored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3" name="Google Shape;943;p30"/>
          <p:cNvCxnSpPr>
            <a:endCxn id="939" idx="0"/>
          </p:cNvCxnSpPr>
          <p:nvPr/>
        </p:nvCxnSpPr>
        <p:spPr>
          <a:xfrm>
            <a:off x="3178146" y="788897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4" name="Google Shape;944;p30"/>
          <p:cNvCxnSpPr>
            <a:endCxn id="942" idx="0"/>
          </p:cNvCxnSpPr>
          <p:nvPr/>
        </p:nvCxnSpPr>
        <p:spPr>
          <a:xfrm>
            <a:off x="4875707" y="1286100"/>
            <a:ext cx="0" cy="873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5" name="Google Shape;945;p30"/>
          <p:cNvSpPr txBox="1"/>
          <p:nvPr/>
        </p:nvSpPr>
        <p:spPr>
          <a:xfrm>
            <a:off x="4760733" y="1578976"/>
            <a:ext cx="1034257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Request restore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46" name="Google Shape;946;p30"/>
          <p:cNvCxnSpPr>
            <a:stCxn id="942" idx="1"/>
            <a:endCxn id="940" idx="3"/>
          </p:cNvCxnSpPr>
          <p:nvPr/>
        </p:nvCxnSpPr>
        <p:spPr>
          <a:xfrm rot="10800000">
            <a:off x="2930807" y="3060000"/>
            <a:ext cx="1314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7" name="Google Shape;947;p30"/>
          <p:cNvSpPr txBox="1"/>
          <p:nvPr/>
        </p:nvSpPr>
        <p:spPr>
          <a:xfrm>
            <a:off x="3054222" y="2808752"/>
            <a:ext cx="106792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Add patient info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48" name="Google Shape;948;p30"/>
          <p:cNvCxnSpPr>
            <a:stCxn id="935" idx="0"/>
            <a:endCxn id="940" idx="2"/>
          </p:cNvCxnSpPr>
          <p:nvPr/>
        </p:nvCxnSpPr>
        <p:spPr>
          <a:xfrm rot="10800000">
            <a:off x="2300659" y="3960057"/>
            <a:ext cx="0" cy="1462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949" name="Google Shape;949;p30"/>
          <p:cNvSpPr txBox="1"/>
          <p:nvPr/>
        </p:nvSpPr>
        <p:spPr>
          <a:xfrm>
            <a:off x="1766698" y="4583706"/>
            <a:ext cx="106792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Add patient info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0" name="Google Shape;950;p30"/>
          <p:cNvCxnSpPr/>
          <p:nvPr/>
        </p:nvCxnSpPr>
        <p:spPr>
          <a:xfrm>
            <a:off x="5024149" y="3960000"/>
            <a:ext cx="0" cy="146285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1" name="Google Shape;951;p30"/>
          <p:cNvSpPr txBox="1"/>
          <p:nvPr/>
        </p:nvSpPr>
        <p:spPr>
          <a:xfrm>
            <a:off x="4899558" y="4618536"/>
            <a:ext cx="1154483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Extract backup file</a:t>
            </a:r>
            <a:endParaRPr b="0" i="0" sz="800" u="none" cap="none" strike="noStrike">
              <a:solidFill>
                <a:schemeClr val="accent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2" name="Google Shape;952;p30"/>
          <p:cNvCxnSpPr/>
          <p:nvPr/>
        </p:nvCxnSpPr>
        <p:spPr>
          <a:xfrm rot="10800000">
            <a:off x="4720442" y="3960000"/>
            <a:ext cx="0" cy="1462857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3" name="Google Shape;953;p30"/>
          <p:cNvSpPr txBox="1"/>
          <p:nvPr/>
        </p:nvSpPr>
        <p:spPr>
          <a:xfrm>
            <a:off x="3846857" y="4325580"/>
            <a:ext cx="99899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Extract file info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4" name="Google Shape;954;p30"/>
          <p:cNvCxnSpPr/>
          <p:nvPr/>
        </p:nvCxnSpPr>
        <p:spPr>
          <a:xfrm rot="10800000">
            <a:off x="4510383" y="1284738"/>
            <a:ext cx="0" cy="87526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5" name="Google Shape;955;p30"/>
          <p:cNvSpPr txBox="1"/>
          <p:nvPr/>
        </p:nvSpPr>
        <p:spPr>
          <a:xfrm>
            <a:off x="4053347" y="1645241"/>
            <a:ext cx="582211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Result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0" name="Google Shape;960;p31"/>
          <p:cNvCxnSpPr>
            <a:stCxn id="961" idx="2"/>
            <a:endCxn id="962" idx="0"/>
          </p:cNvCxnSpPr>
          <p:nvPr/>
        </p:nvCxnSpPr>
        <p:spPr>
          <a:xfrm flipH="1">
            <a:off x="3450232" y="3114617"/>
            <a:ext cx="5700" cy="31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963" name="Google Shape;963;p31"/>
          <p:cNvCxnSpPr>
            <a:stCxn id="964" idx="2"/>
            <a:endCxn id="965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65" name="Google Shape;965;p31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6" name="Google Shape;966;p31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7" name="Google Shape;967;p31"/>
          <p:cNvSpPr txBox="1"/>
          <p:nvPr/>
        </p:nvSpPr>
        <p:spPr>
          <a:xfrm>
            <a:off x="589262" y="200163"/>
            <a:ext cx="444224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Network Communication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8" name="Google Shape;968;p31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9" name="Google Shape;969;p31"/>
          <p:cNvSpPr txBox="1"/>
          <p:nvPr/>
        </p:nvSpPr>
        <p:spPr>
          <a:xfrm>
            <a:off x="2735932" y="5304888"/>
            <a:ext cx="1440000" cy="1426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API 요청이 들어오면 Network thread에서 Web API의 해당 API 함수를 통해 통신처리.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5481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서버에서 넘어온 결과는 필요한 경우, Database에 저장하고 callback을 통해 app으로 결과 전달. 이때 Main Thread Sync를 거쳐, app thread로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1"/>
          <p:cNvSpPr txBox="1"/>
          <p:nvPr/>
        </p:nvSpPr>
        <p:spPr>
          <a:xfrm>
            <a:off x="4512641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경우 로그인, 장치 정보 등 서버 통신 결과를 저장.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통신 관련 로그 저장.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1" name="Google Shape;971;p31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964" name="Google Shape;964;p31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1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3" name="Google Shape;973;p31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Helper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4" name="Google Shape;974;p31"/>
          <p:cNvGrpSpPr/>
          <p:nvPr/>
        </p:nvGrpSpPr>
        <p:grpSpPr>
          <a:xfrm>
            <a:off x="2735932" y="2181878"/>
            <a:ext cx="1440000" cy="932739"/>
            <a:chOff x="5268904" y="1851277"/>
            <a:chExt cx="1440000" cy="932739"/>
          </a:xfrm>
        </p:grpSpPr>
        <p:sp>
          <p:nvSpPr>
            <p:cNvPr id="961" name="Google Shape;961;p31"/>
            <p:cNvSpPr/>
            <p:nvPr/>
          </p:nvSpPr>
          <p:spPr>
            <a:xfrm>
              <a:off x="5268904" y="1851277"/>
              <a:ext cx="1440000" cy="932739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Web API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5376904" y="2213228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 Result Parser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76" name="Google Shape;976;p31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77" name="Google Shape;977;p31"/>
          <p:cNvGrpSpPr/>
          <p:nvPr/>
        </p:nvGrpSpPr>
        <p:grpSpPr>
          <a:xfrm>
            <a:off x="2730105" y="3425168"/>
            <a:ext cx="1440000" cy="1429983"/>
            <a:chOff x="5268904" y="1851277"/>
            <a:chExt cx="1440000" cy="1429983"/>
          </a:xfrm>
        </p:grpSpPr>
        <p:sp>
          <p:nvSpPr>
            <p:cNvPr id="962" name="Google Shape;962;p31"/>
            <p:cNvSpPr/>
            <p:nvPr/>
          </p:nvSpPr>
          <p:spPr>
            <a:xfrm>
              <a:off x="5268904" y="1851277"/>
              <a:ext cx="1440000" cy="1429983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Network Process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5376904" y="2213228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Network Thread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5376904" y="275901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HTTP(s) / JSON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80" name="Google Shape;980;p31"/>
          <p:cNvCxnSpPr/>
          <p:nvPr/>
        </p:nvCxnSpPr>
        <p:spPr>
          <a:xfrm>
            <a:off x="2496828" y="741745"/>
            <a:ext cx="0" cy="20765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1" name="Google Shape;981;p31"/>
          <p:cNvCxnSpPr>
            <a:endCxn id="961" idx="1"/>
          </p:cNvCxnSpPr>
          <p:nvPr/>
        </p:nvCxnSpPr>
        <p:spPr>
          <a:xfrm flipH="1" rot="-5400000">
            <a:off x="1935232" y="1847547"/>
            <a:ext cx="1362300" cy="2391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2" name="Google Shape;982;p31"/>
          <p:cNvCxnSpPr>
            <a:stCxn id="961" idx="3"/>
            <a:endCxn id="964" idx="1"/>
          </p:cNvCxnSpPr>
          <p:nvPr/>
        </p:nvCxnSpPr>
        <p:spPr>
          <a:xfrm>
            <a:off x="4175932" y="2648248"/>
            <a:ext cx="336600" cy="2445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3" name="Google Shape;983;p31"/>
          <p:cNvCxnSpPr/>
          <p:nvPr/>
        </p:nvCxnSpPr>
        <p:spPr>
          <a:xfrm rot="10800000">
            <a:off x="3450105" y="741745"/>
            <a:ext cx="0" cy="20765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4" name="Google Shape;984;p31"/>
          <p:cNvSpPr txBox="1"/>
          <p:nvPr/>
        </p:nvSpPr>
        <p:spPr>
          <a:xfrm>
            <a:off x="959223" y="2189241"/>
            <a:ext cx="1440000" cy="93447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App에서 넘어온 요청은 Network Process의 queue에 들어가고, 이후는 Network Thread에서 처리, 결과를 Main Thread Sync를 통해 원래의 thread에서 처리할 수 있도록 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5" name="Google Shape;985;p31"/>
          <p:cNvCxnSpPr>
            <a:endCxn id="964" idx="0"/>
          </p:cNvCxnSpPr>
          <p:nvPr/>
        </p:nvCxnSpPr>
        <p:spPr>
          <a:xfrm>
            <a:off x="5232641" y="1947698"/>
            <a:ext cx="0" cy="2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6" name="Google Shape;986;p31"/>
          <p:cNvCxnSpPr>
            <a:stCxn id="961" idx="0"/>
            <a:endCxn id="976" idx="2"/>
          </p:cNvCxnSpPr>
          <p:nvPr/>
        </p:nvCxnSpPr>
        <p:spPr>
          <a:xfrm rot="10800000">
            <a:off x="3455932" y="1859678"/>
            <a:ext cx="0" cy="322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7" name="Google Shape;987;p31"/>
          <p:cNvCxnSpPr>
            <a:stCxn id="976" idx="0"/>
          </p:cNvCxnSpPr>
          <p:nvPr/>
        </p:nvCxnSpPr>
        <p:spPr>
          <a:xfrm rot="10800000">
            <a:off x="3455932" y="1285941"/>
            <a:ext cx="0" cy="2370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2" name="Google Shape;992;p32"/>
          <p:cNvCxnSpPr>
            <a:stCxn id="993" idx="2"/>
            <a:endCxn id="994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94" name="Google Shape;994;p32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5" name="Google Shape;995;p32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6" name="Google Shape;996;p32"/>
          <p:cNvSpPr txBox="1"/>
          <p:nvPr/>
        </p:nvSpPr>
        <p:spPr>
          <a:xfrm>
            <a:off x="589262" y="200163"/>
            <a:ext cx="273504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Scan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97" name="Google Shape;997;p32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8" name="Google Shape;998;p32"/>
          <p:cNvSpPr txBox="1"/>
          <p:nvPr/>
        </p:nvSpPr>
        <p:spPr>
          <a:xfrm>
            <a:off x="953397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SONON 장비와의 통신 연결, 데이터 전달, 스캔 이미지 및 음성 렌더링.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2"/>
          <p:cNvSpPr txBox="1"/>
          <p:nvPr/>
        </p:nvSpPr>
        <p:spPr>
          <a:xfrm>
            <a:off x="4512641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Preset 값 저장 / 로딩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정보, 스캔 로그 저장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00" name="Google Shape;1000;p32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993" name="Google Shape;993;p32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32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2" name="Google Shape;1002;p32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Helper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03" name="Google Shape;1003;p32"/>
          <p:cNvGrpSpPr/>
          <p:nvPr/>
        </p:nvGrpSpPr>
        <p:grpSpPr>
          <a:xfrm>
            <a:off x="958444" y="2177797"/>
            <a:ext cx="1440000" cy="2541687"/>
            <a:chOff x="958444" y="2177797"/>
            <a:chExt cx="1440000" cy="2541687"/>
          </a:xfrm>
        </p:grpSpPr>
        <p:sp>
          <p:nvSpPr>
            <p:cNvPr id="1004" name="Google Shape;1004;p32"/>
            <p:cNvSpPr/>
            <p:nvPr/>
          </p:nvSpPr>
          <p:spPr>
            <a:xfrm>
              <a:off x="958444" y="2177797"/>
              <a:ext cx="1440000" cy="254168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SoNex SDK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1066444" y="3634334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Time Sync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1066444" y="2542756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Manager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1066444" y="308854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1066444" y="417700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09" name="Google Shape;1009;p32"/>
          <p:cNvCxnSpPr>
            <a:endCxn id="997" idx="0"/>
          </p:cNvCxnSpPr>
          <p:nvPr/>
        </p:nvCxnSpPr>
        <p:spPr>
          <a:xfrm>
            <a:off x="3178146" y="729197"/>
            <a:ext cx="0" cy="22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0" name="Google Shape;1010;p32"/>
          <p:cNvCxnSpPr>
            <a:stCxn id="997" idx="2"/>
            <a:endCxn id="1004" idx="0"/>
          </p:cNvCxnSpPr>
          <p:nvPr/>
        </p:nvCxnSpPr>
        <p:spPr>
          <a:xfrm rot="5400000">
            <a:off x="1982346" y="982120"/>
            <a:ext cx="891900" cy="1499700"/>
          </a:xfrm>
          <a:prstGeom prst="bentConnector3">
            <a:avLst>
              <a:gd fmla="val 15149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1" name="Google Shape;1011;p32"/>
          <p:cNvCxnSpPr>
            <a:stCxn id="1006" idx="3"/>
            <a:endCxn id="1012" idx="2"/>
          </p:cNvCxnSpPr>
          <p:nvPr/>
        </p:nvCxnSpPr>
        <p:spPr>
          <a:xfrm flipH="1" rot="10800000">
            <a:off x="2290444" y="1859668"/>
            <a:ext cx="1165500" cy="8514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3" name="Google Shape;1013;p32"/>
          <p:cNvCxnSpPr>
            <a:stCxn id="1012" idx="0"/>
          </p:cNvCxnSpPr>
          <p:nvPr/>
        </p:nvCxnSpPr>
        <p:spPr>
          <a:xfrm rot="10800000">
            <a:off x="3455932" y="1285941"/>
            <a:ext cx="0" cy="2370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4" name="Google Shape;1014;p32"/>
          <p:cNvCxnSpPr/>
          <p:nvPr/>
        </p:nvCxnSpPr>
        <p:spPr>
          <a:xfrm rot="10800000">
            <a:off x="3455932" y="729129"/>
            <a:ext cx="0" cy="220268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2" name="Google Shape;1012;p32"/>
          <p:cNvSpPr/>
          <p:nvPr/>
        </p:nvSpPr>
        <p:spPr>
          <a:xfrm>
            <a:off x="2735932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15" name="Google Shape;1015;p32"/>
          <p:cNvCxnSpPr>
            <a:stCxn id="1008" idx="3"/>
          </p:cNvCxnSpPr>
          <p:nvPr/>
        </p:nvCxnSpPr>
        <p:spPr>
          <a:xfrm flipH="1" rot="10800000">
            <a:off x="2290444" y="1859518"/>
            <a:ext cx="1450800" cy="2485800"/>
          </a:xfrm>
          <a:prstGeom prst="bentConnector2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6" name="Google Shape;1016;p32"/>
          <p:cNvCxnSpPr>
            <a:stCxn id="1004" idx="1"/>
            <a:endCxn id="995" idx="1"/>
          </p:cNvCxnSpPr>
          <p:nvPr/>
        </p:nvCxnSpPr>
        <p:spPr>
          <a:xfrm rot="10800000">
            <a:off x="589144" y="1535240"/>
            <a:ext cx="369300" cy="1913400"/>
          </a:xfrm>
          <a:prstGeom prst="bentConnector3">
            <a:avLst>
              <a:gd fmla="val 161869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7" name="Google Shape;1017;p32"/>
          <p:cNvCxnSpPr>
            <a:stCxn id="993" idx="0"/>
          </p:cNvCxnSpPr>
          <p:nvPr/>
        </p:nvCxnSpPr>
        <p:spPr>
          <a:xfrm rot="10800000">
            <a:off x="5232641" y="1947698"/>
            <a:ext cx="0" cy="2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18" name="Google Shape;1018;p32"/>
          <p:cNvSpPr txBox="1"/>
          <p:nvPr/>
        </p:nvSpPr>
        <p:spPr>
          <a:xfrm>
            <a:off x="7011679" y="2177797"/>
            <a:ext cx="231759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App에서 넘어온 요청은 SoNex SDK로 전달,</a:t>
            </a:r>
            <a:b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SoNex SDK 내부의 렌더링 프로세스를 통해 Renderer 화면에 표시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9" name="Google Shape;1019;p32"/>
          <p:cNvSpPr txBox="1"/>
          <p:nvPr/>
        </p:nvSpPr>
        <p:spPr>
          <a:xfrm>
            <a:off x="2506442" y="2767002"/>
            <a:ext cx="888193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SoNex SDK에서 장치의 접속 여부, 명령 처리 결과를 callback으로 전달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0" name="Google Shape;1020;p32"/>
          <p:cNvSpPr txBox="1"/>
          <p:nvPr/>
        </p:nvSpPr>
        <p:spPr>
          <a:xfrm>
            <a:off x="2789872" y="4417343"/>
            <a:ext cx="1002768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렌더링 상태 및 렌더링 오브젝트 상태를 callback으로 전달</a:t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1" name="Google Shape;1021;p32"/>
          <p:cNvSpPr txBox="1"/>
          <p:nvPr/>
        </p:nvSpPr>
        <p:spPr>
          <a:xfrm>
            <a:off x="7011679" y="3137323"/>
            <a:ext cx="2317592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 장치 정보, 또는 각종 상태를 로그로 기록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Preset 또는 스캔 설정이 변경된 경우, SoNex SDK에 전달, 필요한 경우 DB에 저장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6" name="Google Shape;1026;p33"/>
          <p:cNvCxnSpPr>
            <a:stCxn id="1027" idx="2"/>
            <a:endCxn id="1028" idx="0"/>
          </p:cNvCxnSpPr>
          <p:nvPr/>
        </p:nvCxnSpPr>
        <p:spPr>
          <a:xfrm>
            <a:off x="7003523" y="4157797"/>
            <a:ext cx="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1029" name="Google Shape;1029;p33"/>
          <p:cNvCxnSpPr>
            <a:stCxn id="1030" idx="2"/>
            <a:endCxn id="1031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031" name="Google Shape;1031;p33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2" name="Google Shape;1032;p33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3" name="Google Shape;1033;p33"/>
          <p:cNvSpPr txBox="1"/>
          <p:nvPr/>
        </p:nvSpPr>
        <p:spPr>
          <a:xfrm>
            <a:off x="589262" y="200163"/>
            <a:ext cx="367921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DCM File Upload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34" name="Google Shape;1034;p33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5" name="Google Shape;1035;p33"/>
          <p:cNvSpPr txBox="1"/>
          <p:nvPr/>
        </p:nvSpPr>
        <p:spPr>
          <a:xfrm>
            <a:off x="953397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파일의 데이터를 읽어서 환자 정보 및 프레임 데이터를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3"/>
          <p:cNvSpPr txBox="1"/>
          <p:nvPr/>
        </p:nvSpPr>
        <p:spPr>
          <a:xfrm>
            <a:off x="4512641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 정보 확인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및 처리 결과 로그 저장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37" name="Google Shape;1037;p33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1030" name="Google Shape;1030;p33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Helper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40" name="Google Shape;1040;p33"/>
          <p:cNvSpPr txBox="1"/>
          <p:nvPr/>
        </p:nvSpPr>
        <p:spPr>
          <a:xfrm>
            <a:off x="6283523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PACS, worklist 서버와의 통신 처리, DCM 파일 읽고 쓰기 등의 DICOM 관련된 처리 전반을 담당하는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3"/>
          <p:cNvSpPr/>
          <p:nvPr/>
        </p:nvSpPr>
        <p:spPr>
          <a:xfrm>
            <a:off x="8066058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42" name="Google Shape;1042;p33"/>
          <p:cNvGrpSpPr/>
          <p:nvPr/>
        </p:nvGrpSpPr>
        <p:grpSpPr>
          <a:xfrm>
            <a:off x="958444" y="2177797"/>
            <a:ext cx="1440000" cy="2541687"/>
            <a:chOff x="958444" y="2177797"/>
            <a:chExt cx="1440000" cy="2541687"/>
          </a:xfrm>
        </p:grpSpPr>
        <p:sp>
          <p:nvSpPr>
            <p:cNvPr id="1043" name="Google Shape;1043;p33"/>
            <p:cNvSpPr/>
            <p:nvPr/>
          </p:nvSpPr>
          <p:spPr>
            <a:xfrm>
              <a:off x="958444" y="2177797"/>
              <a:ext cx="1440000" cy="254168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SoNex SDK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1066444" y="3634334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Time Sync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5" name="Google Shape;1045;p33"/>
            <p:cNvSpPr/>
            <p:nvPr/>
          </p:nvSpPr>
          <p:spPr>
            <a:xfrm>
              <a:off x="1066444" y="2542756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Handler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1066444" y="308854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1066444" y="417700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28" name="Google Shape;1028;p33"/>
          <p:cNvSpPr/>
          <p:nvPr/>
        </p:nvSpPr>
        <p:spPr>
          <a:xfrm>
            <a:off x="6283522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48" name="Google Shape;1048;p33"/>
          <p:cNvGrpSpPr/>
          <p:nvPr/>
        </p:nvGrpSpPr>
        <p:grpSpPr>
          <a:xfrm>
            <a:off x="6283523" y="2181877"/>
            <a:ext cx="1440000" cy="1975920"/>
            <a:chOff x="6283523" y="2181877"/>
            <a:chExt cx="1440000" cy="1975920"/>
          </a:xfrm>
        </p:grpSpPr>
        <p:sp>
          <p:nvSpPr>
            <p:cNvPr id="1027" name="Google Shape;1027;p33"/>
            <p:cNvSpPr/>
            <p:nvPr/>
          </p:nvSpPr>
          <p:spPr>
            <a:xfrm>
              <a:off x="6283523" y="2181877"/>
              <a:ext cx="1440000" cy="1975920"/>
            </a:xfrm>
            <a:prstGeom prst="rect">
              <a:avLst/>
            </a:prstGeom>
            <a:solidFill>
              <a:srgbClr val="FBE4D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DICOM Handler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6391522" y="309262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DCM File Writer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6395173" y="254683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Server Comm.</a:t>
              </a:r>
              <a:endParaRPr b="0" i="0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6391522" y="3640973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DCM File Reader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52" name="Google Shape;1052;p33"/>
          <p:cNvCxnSpPr>
            <a:endCxn id="1034" idx="0"/>
          </p:cNvCxnSpPr>
          <p:nvPr/>
        </p:nvCxnSpPr>
        <p:spPr>
          <a:xfrm>
            <a:off x="3178146" y="747197"/>
            <a:ext cx="0" cy="202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3" name="Google Shape;1053;p33"/>
          <p:cNvCxnSpPr>
            <a:stCxn id="1034" idx="2"/>
            <a:endCxn id="1030" idx="0"/>
          </p:cNvCxnSpPr>
          <p:nvPr/>
        </p:nvCxnSpPr>
        <p:spPr>
          <a:xfrm flipH="1" rot="-5400000">
            <a:off x="3759396" y="704770"/>
            <a:ext cx="891900" cy="20544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4" name="Google Shape;1054;p33"/>
          <p:cNvSpPr txBox="1"/>
          <p:nvPr/>
        </p:nvSpPr>
        <p:spPr>
          <a:xfrm>
            <a:off x="3595009" y="1540514"/>
            <a:ext cx="1050882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파일 정보 확인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55" name="Google Shape;1055;p33"/>
          <p:cNvCxnSpPr>
            <a:stCxn id="1030" idx="1"/>
            <a:endCxn id="1045" idx="3"/>
          </p:cNvCxnSpPr>
          <p:nvPr/>
        </p:nvCxnSpPr>
        <p:spPr>
          <a:xfrm rot="10800000">
            <a:off x="2290541" y="2710990"/>
            <a:ext cx="2222100" cy="1818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6" name="Google Shape;1056;p33"/>
          <p:cNvSpPr txBox="1"/>
          <p:nvPr/>
        </p:nvSpPr>
        <p:spPr>
          <a:xfrm>
            <a:off x="3442612" y="2613160"/>
            <a:ext cx="819996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파일 경로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57" name="Google Shape;1057;p33"/>
          <p:cNvCxnSpPr>
            <a:stCxn id="1046" idx="3"/>
          </p:cNvCxnSpPr>
          <p:nvPr/>
        </p:nvCxnSpPr>
        <p:spPr>
          <a:xfrm>
            <a:off x="2290444" y="3256857"/>
            <a:ext cx="2949000" cy="66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8" name="Google Shape;1058;p33"/>
          <p:cNvCxnSpPr>
            <a:endCxn id="1049" idx="1"/>
          </p:cNvCxnSpPr>
          <p:nvPr/>
        </p:nvCxnSpPr>
        <p:spPr>
          <a:xfrm flipH="1" rot="10800000">
            <a:off x="5232622" y="3260937"/>
            <a:ext cx="1158900" cy="661200"/>
          </a:xfrm>
          <a:prstGeom prst="bentConnector3">
            <a:avLst>
              <a:gd fmla="val 74452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9" name="Google Shape;1059;p33"/>
          <p:cNvSpPr txBox="1"/>
          <p:nvPr/>
        </p:nvSpPr>
        <p:spPr>
          <a:xfrm>
            <a:off x="2765842" y="3404705"/>
            <a:ext cx="819996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파일의</a:t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전달</a:t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60" name="Google Shape;1060;p33"/>
          <p:cNvCxnSpPr>
            <a:stCxn id="1050" idx="3"/>
            <a:endCxn id="1041" idx="2"/>
          </p:cNvCxnSpPr>
          <p:nvPr/>
        </p:nvCxnSpPr>
        <p:spPr>
          <a:xfrm flipH="1" rot="10800000">
            <a:off x="7619173" y="1859547"/>
            <a:ext cx="1167000" cy="8556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1" name="Google Shape;1061;p33"/>
          <p:cNvCxnSpPr>
            <a:stCxn id="1041" idx="0"/>
          </p:cNvCxnSpPr>
          <p:nvPr/>
        </p:nvCxnSpPr>
        <p:spPr>
          <a:xfrm flipH="1" rot="5400000">
            <a:off x="6829758" y="-433359"/>
            <a:ext cx="297900" cy="36147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2" name="Google Shape;1062;p33"/>
          <p:cNvCxnSpPr/>
          <p:nvPr/>
        </p:nvCxnSpPr>
        <p:spPr>
          <a:xfrm rot="10800000">
            <a:off x="4828988" y="747059"/>
            <a:ext cx="0" cy="202338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3" name="Google Shape;1063;p33"/>
          <p:cNvSpPr txBox="1"/>
          <p:nvPr/>
        </p:nvSpPr>
        <p:spPr>
          <a:xfrm>
            <a:off x="8246674" y="2757945"/>
            <a:ext cx="1166884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업로드 결과 전달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64" name="Google Shape;1064;p33"/>
          <p:cNvCxnSpPr>
            <a:stCxn id="1043" idx="0"/>
          </p:cNvCxnSpPr>
          <p:nvPr/>
        </p:nvCxnSpPr>
        <p:spPr>
          <a:xfrm rot="10800000">
            <a:off x="1673344" y="1947697"/>
            <a:ext cx="5100" cy="2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5" name="Google Shape;1065;p33"/>
          <p:cNvCxnSpPr/>
          <p:nvPr/>
        </p:nvCxnSpPr>
        <p:spPr>
          <a:xfrm>
            <a:off x="4894729" y="1947706"/>
            <a:ext cx="0" cy="23009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6" name="Google Shape;1066;p33"/>
          <p:cNvCxnSpPr>
            <a:stCxn id="1027" idx="0"/>
          </p:cNvCxnSpPr>
          <p:nvPr/>
        </p:nvCxnSpPr>
        <p:spPr>
          <a:xfrm rot="10800000">
            <a:off x="7003523" y="1947577"/>
            <a:ext cx="0" cy="23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1" name="Google Shape;1071;p34"/>
          <p:cNvCxnSpPr>
            <a:stCxn id="1072" idx="2"/>
            <a:endCxn id="1073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073" name="Google Shape;1073;p34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4" name="Google Shape;1074;p34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5" name="Google Shape;1075;p34"/>
          <p:cNvSpPr txBox="1"/>
          <p:nvPr/>
        </p:nvSpPr>
        <p:spPr>
          <a:xfrm>
            <a:off x="589262" y="200163"/>
            <a:ext cx="3331361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Video Share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76" name="Google Shape;1076;p34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7" name="Google Shape;1077;p34"/>
          <p:cNvSpPr txBox="1"/>
          <p:nvPr/>
        </p:nvSpPr>
        <p:spPr>
          <a:xfrm>
            <a:off x="953397" y="5304888"/>
            <a:ext cx="1440000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파일의 데이터를 읽어서 영상 프레임 데이터를 전달.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4"/>
          <p:cNvSpPr txBox="1"/>
          <p:nvPr/>
        </p:nvSpPr>
        <p:spPr>
          <a:xfrm>
            <a:off x="4512641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 정보 확인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및 처리 결과 로그 저장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79" name="Google Shape;1079;p34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1072" name="Google Shape;1072;p34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Helper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82" name="Google Shape;1082;p34"/>
          <p:cNvSpPr/>
          <p:nvPr/>
        </p:nvSpPr>
        <p:spPr>
          <a:xfrm>
            <a:off x="8066058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83" name="Google Shape;1083;p34"/>
          <p:cNvGrpSpPr/>
          <p:nvPr/>
        </p:nvGrpSpPr>
        <p:grpSpPr>
          <a:xfrm>
            <a:off x="958444" y="2177797"/>
            <a:ext cx="1440000" cy="2541687"/>
            <a:chOff x="958444" y="2177797"/>
            <a:chExt cx="1440000" cy="2541687"/>
          </a:xfrm>
        </p:grpSpPr>
        <p:sp>
          <p:nvSpPr>
            <p:cNvPr id="1084" name="Google Shape;1084;p34"/>
            <p:cNvSpPr/>
            <p:nvPr/>
          </p:nvSpPr>
          <p:spPr>
            <a:xfrm>
              <a:off x="958444" y="2177797"/>
              <a:ext cx="1440000" cy="254168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SoNex SDK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1066444" y="3634334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Time Sync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1066444" y="2542756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Handler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1066444" y="3088545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1066444" y="417700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89" name="Google Shape;1089;p34"/>
          <p:cNvCxnSpPr>
            <a:endCxn id="1076" idx="0"/>
          </p:cNvCxnSpPr>
          <p:nvPr/>
        </p:nvCxnSpPr>
        <p:spPr>
          <a:xfrm>
            <a:off x="3178146" y="747197"/>
            <a:ext cx="0" cy="202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0" name="Google Shape;1090;p34"/>
          <p:cNvCxnSpPr>
            <a:stCxn id="1076" idx="2"/>
            <a:endCxn id="1072" idx="0"/>
          </p:cNvCxnSpPr>
          <p:nvPr/>
        </p:nvCxnSpPr>
        <p:spPr>
          <a:xfrm flipH="1" rot="-5400000">
            <a:off x="3759396" y="704770"/>
            <a:ext cx="891900" cy="20544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1" name="Google Shape;1091;p34"/>
          <p:cNvSpPr txBox="1"/>
          <p:nvPr/>
        </p:nvSpPr>
        <p:spPr>
          <a:xfrm>
            <a:off x="3595009" y="1540514"/>
            <a:ext cx="1050882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파일 정보 확인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92" name="Google Shape;1092;p34"/>
          <p:cNvCxnSpPr>
            <a:stCxn id="1072" idx="1"/>
            <a:endCxn id="1086" idx="3"/>
          </p:cNvCxnSpPr>
          <p:nvPr/>
        </p:nvCxnSpPr>
        <p:spPr>
          <a:xfrm rot="10800000">
            <a:off x="2290541" y="2710990"/>
            <a:ext cx="2222100" cy="1818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3" name="Google Shape;1093;p34"/>
          <p:cNvCxnSpPr>
            <a:stCxn id="1087" idx="3"/>
          </p:cNvCxnSpPr>
          <p:nvPr/>
        </p:nvCxnSpPr>
        <p:spPr>
          <a:xfrm>
            <a:off x="2290444" y="3256857"/>
            <a:ext cx="2949000" cy="66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4" name="Google Shape;1094;p34"/>
          <p:cNvCxnSpPr>
            <a:endCxn id="1095" idx="1"/>
          </p:cNvCxnSpPr>
          <p:nvPr/>
        </p:nvCxnSpPr>
        <p:spPr>
          <a:xfrm flipH="1" rot="10800000">
            <a:off x="5232558" y="2892789"/>
            <a:ext cx="2833500" cy="10293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6" name="Google Shape;1096;p34"/>
          <p:cNvSpPr txBox="1"/>
          <p:nvPr/>
        </p:nvSpPr>
        <p:spPr>
          <a:xfrm>
            <a:off x="2765842" y="3404705"/>
            <a:ext cx="819996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파일의</a:t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전달</a:t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97" name="Google Shape;1097;p34"/>
          <p:cNvCxnSpPr>
            <a:stCxn id="1082" idx="0"/>
          </p:cNvCxnSpPr>
          <p:nvPr/>
        </p:nvCxnSpPr>
        <p:spPr>
          <a:xfrm flipH="1" rot="5400000">
            <a:off x="6829758" y="-433359"/>
            <a:ext cx="297900" cy="36147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8" name="Google Shape;1098;p34"/>
          <p:cNvCxnSpPr/>
          <p:nvPr/>
        </p:nvCxnSpPr>
        <p:spPr>
          <a:xfrm rot="10800000">
            <a:off x="4828988" y="747059"/>
            <a:ext cx="0" cy="202338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9" name="Google Shape;1099;p34"/>
          <p:cNvSpPr txBox="1"/>
          <p:nvPr/>
        </p:nvSpPr>
        <p:spPr>
          <a:xfrm>
            <a:off x="8855639" y="1940662"/>
            <a:ext cx="1166884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생성 결과 전달</a:t>
            </a:r>
            <a:endParaRPr b="0" i="0" sz="800" u="none" cap="none" strike="noStrike">
              <a:solidFill>
                <a:schemeClr val="accent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00" name="Google Shape;1100;p34"/>
          <p:cNvCxnSpPr>
            <a:stCxn id="1084" idx="0"/>
          </p:cNvCxnSpPr>
          <p:nvPr/>
        </p:nvCxnSpPr>
        <p:spPr>
          <a:xfrm rot="10800000">
            <a:off x="1673344" y="1947697"/>
            <a:ext cx="5100" cy="2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1" name="Google Shape;1101;p34"/>
          <p:cNvCxnSpPr/>
          <p:nvPr/>
        </p:nvCxnSpPr>
        <p:spPr>
          <a:xfrm>
            <a:off x="4894729" y="1947706"/>
            <a:ext cx="0" cy="23009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2" name="Google Shape;1102;p34"/>
          <p:cNvCxnSpPr/>
          <p:nvPr/>
        </p:nvCxnSpPr>
        <p:spPr>
          <a:xfrm rot="10800000">
            <a:off x="8460848" y="1949201"/>
            <a:ext cx="1" cy="2341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3" name="Google Shape;1103;p34"/>
          <p:cNvCxnSpPr>
            <a:stCxn id="1095" idx="2"/>
            <a:endCxn id="1104" idx="0"/>
          </p:cNvCxnSpPr>
          <p:nvPr/>
        </p:nvCxnSpPr>
        <p:spPr>
          <a:xfrm>
            <a:off x="8786058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grpSp>
        <p:nvGrpSpPr>
          <p:cNvPr id="1105" name="Google Shape;1105;p34"/>
          <p:cNvGrpSpPr/>
          <p:nvPr/>
        </p:nvGrpSpPr>
        <p:grpSpPr>
          <a:xfrm>
            <a:off x="8066058" y="2177798"/>
            <a:ext cx="1440000" cy="1429983"/>
            <a:chOff x="8220507" y="2650703"/>
            <a:chExt cx="1440000" cy="1429983"/>
          </a:xfrm>
        </p:grpSpPr>
        <p:sp>
          <p:nvSpPr>
            <p:cNvPr id="1095" name="Google Shape;1095;p34"/>
            <p:cNvSpPr/>
            <p:nvPr/>
          </p:nvSpPr>
          <p:spPr>
            <a:xfrm>
              <a:off x="8220507" y="2650703"/>
              <a:ext cx="1440000" cy="1429983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Video Encoder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8328506" y="356233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8328506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Worker Thread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08" name="Google Shape;1108;p34"/>
          <p:cNvSpPr txBox="1"/>
          <p:nvPr/>
        </p:nvSpPr>
        <p:spPr>
          <a:xfrm>
            <a:off x="8066058" y="5304888"/>
            <a:ext cx="1440000" cy="44203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 영상 및 음성을 H.264 또는 H.265로 인코딩하여 MP4 파일로 저장.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4"/>
          <p:cNvSpPr/>
          <p:nvPr/>
        </p:nvSpPr>
        <p:spPr>
          <a:xfrm>
            <a:off x="8066058" y="452275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 Library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09" name="Google Shape;1109;p34"/>
          <p:cNvCxnSpPr>
            <a:stCxn id="1095" idx="0"/>
            <a:endCxn id="1082" idx="2"/>
          </p:cNvCxnSpPr>
          <p:nvPr/>
        </p:nvCxnSpPr>
        <p:spPr>
          <a:xfrm rot="10800000">
            <a:off x="8786058" y="1859498"/>
            <a:ext cx="0" cy="318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0" name="Google Shape;1110;p34"/>
          <p:cNvSpPr txBox="1"/>
          <p:nvPr/>
        </p:nvSpPr>
        <p:spPr>
          <a:xfrm>
            <a:off x="3442612" y="2613160"/>
            <a:ext cx="819996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파일 경로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5" name="Google Shape;1115;p35"/>
          <p:cNvCxnSpPr>
            <a:endCxn id="1116" idx="0"/>
          </p:cNvCxnSpPr>
          <p:nvPr/>
        </p:nvCxnSpPr>
        <p:spPr>
          <a:xfrm>
            <a:off x="10568593" y="3607754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1117" name="Google Shape;1117;p35"/>
          <p:cNvCxnSpPr>
            <a:stCxn id="1118" idx="2"/>
            <a:endCxn id="1119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119" name="Google Shape;1119;p35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0" name="Google Shape;1120;p35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1" name="Google Shape;1121;p35"/>
          <p:cNvSpPr txBox="1"/>
          <p:nvPr/>
        </p:nvSpPr>
        <p:spPr>
          <a:xfrm>
            <a:off x="589262" y="200163"/>
            <a:ext cx="295305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Backup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22" name="Google Shape;1122;p35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3" name="Google Shape;1123;p35"/>
          <p:cNvSpPr txBox="1"/>
          <p:nvPr/>
        </p:nvSpPr>
        <p:spPr>
          <a:xfrm>
            <a:off x="4512641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 정보 및 관련 파일 경로 전달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백업 로그 저장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24" name="Google Shape;1124;p35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1118" name="Google Shape;1118;p35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5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6" name="Google Shape;1126;p35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Helper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27" name="Google Shape;1127;p35"/>
          <p:cNvSpPr txBox="1"/>
          <p:nvPr/>
        </p:nvSpPr>
        <p:spPr>
          <a:xfrm>
            <a:off x="9842766" y="5304888"/>
            <a:ext cx="1440000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백업 파일 생성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8" name="Google Shape;1128;p35"/>
          <p:cNvSpPr/>
          <p:nvPr/>
        </p:nvSpPr>
        <p:spPr>
          <a:xfrm>
            <a:off x="589259" y="733118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Dependencies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29" name="Google Shape;1129;p35"/>
          <p:cNvGrpSpPr/>
          <p:nvPr/>
        </p:nvGrpSpPr>
        <p:grpSpPr>
          <a:xfrm>
            <a:off x="9848593" y="2177798"/>
            <a:ext cx="1440000" cy="1429983"/>
            <a:chOff x="9848593" y="2177798"/>
            <a:chExt cx="1440000" cy="1429983"/>
          </a:xfrm>
        </p:grpSpPr>
        <p:sp>
          <p:nvSpPr>
            <p:cNvPr id="1130" name="Google Shape;1130;p35"/>
            <p:cNvSpPr/>
            <p:nvPr/>
          </p:nvSpPr>
          <p:spPr>
            <a:xfrm>
              <a:off x="9848593" y="2177798"/>
              <a:ext cx="1440000" cy="1429983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RW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1" name="Google Shape;1131;p35"/>
            <p:cNvSpPr/>
            <p:nvPr/>
          </p:nvSpPr>
          <p:spPr>
            <a:xfrm>
              <a:off x="9956592" y="308943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Writer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9956592" y="254275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Reader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33" name="Google Shape;1133;p35"/>
          <p:cNvCxnSpPr>
            <a:endCxn id="1122" idx="0"/>
          </p:cNvCxnSpPr>
          <p:nvPr/>
        </p:nvCxnSpPr>
        <p:spPr>
          <a:xfrm>
            <a:off x="3178146" y="733097"/>
            <a:ext cx="0" cy="2163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4" name="Google Shape;1134;p35"/>
          <p:cNvSpPr/>
          <p:nvPr/>
        </p:nvSpPr>
        <p:spPr>
          <a:xfrm>
            <a:off x="8066058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35" name="Google Shape;1135;p35"/>
          <p:cNvCxnSpPr>
            <a:stCxn id="1122" idx="2"/>
            <a:endCxn id="1118" idx="0"/>
          </p:cNvCxnSpPr>
          <p:nvPr/>
        </p:nvCxnSpPr>
        <p:spPr>
          <a:xfrm flipH="1" rot="-5400000">
            <a:off x="3759396" y="704770"/>
            <a:ext cx="891900" cy="20544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6" name="Google Shape;1136;p35"/>
          <p:cNvCxnSpPr>
            <a:stCxn id="1118" idx="3"/>
            <a:endCxn id="1131" idx="1"/>
          </p:cNvCxnSpPr>
          <p:nvPr/>
        </p:nvCxnSpPr>
        <p:spPr>
          <a:xfrm>
            <a:off x="5952641" y="2892790"/>
            <a:ext cx="4004100" cy="3651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7" name="Google Shape;1137;p35"/>
          <p:cNvCxnSpPr>
            <a:stCxn id="1130" idx="0"/>
            <a:endCxn id="1134" idx="3"/>
          </p:cNvCxnSpPr>
          <p:nvPr/>
        </p:nvCxnSpPr>
        <p:spPr>
          <a:xfrm flipH="1" rot="5400000">
            <a:off x="9793993" y="1403198"/>
            <a:ext cx="486600" cy="10626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8" name="Google Shape;1138;p35"/>
          <p:cNvCxnSpPr>
            <a:stCxn id="1134" idx="0"/>
            <a:endCxn id="1122" idx="3"/>
          </p:cNvCxnSpPr>
          <p:nvPr/>
        </p:nvCxnSpPr>
        <p:spPr>
          <a:xfrm flipH="1" rot="5400000">
            <a:off x="6776058" y="-487059"/>
            <a:ext cx="405300" cy="36147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9" name="Google Shape;1139;p35"/>
          <p:cNvSpPr txBox="1"/>
          <p:nvPr/>
        </p:nvSpPr>
        <p:spPr>
          <a:xfrm>
            <a:off x="6514616" y="2977360"/>
            <a:ext cx="1440000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 정보 및 파일 정보 로딩</a:t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0" name="Google Shape;1140;p35"/>
          <p:cNvSpPr txBox="1"/>
          <p:nvPr/>
        </p:nvSpPr>
        <p:spPr>
          <a:xfrm>
            <a:off x="8870270" y="1265347"/>
            <a:ext cx="1440000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저장 진행률, 결과 전달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41" name="Google Shape;1141;p35"/>
          <p:cNvCxnSpPr/>
          <p:nvPr/>
        </p:nvCxnSpPr>
        <p:spPr>
          <a:xfrm>
            <a:off x="5617882" y="1947706"/>
            <a:ext cx="0" cy="2300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6" name="Google Shape;1116;p35"/>
          <p:cNvSpPr/>
          <p:nvPr/>
        </p:nvSpPr>
        <p:spPr>
          <a:xfrm>
            <a:off x="9848593" y="4522754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 / ZIP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42" name="Google Shape;1142;p35"/>
          <p:cNvCxnSpPr/>
          <p:nvPr/>
        </p:nvCxnSpPr>
        <p:spPr>
          <a:xfrm rot="10800000">
            <a:off x="4828988" y="747059"/>
            <a:ext cx="0" cy="202338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7" name="Google Shape;1147;p36"/>
          <p:cNvCxnSpPr>
            <a:stCxn id="1148" idx="2"/>
            <a:endCxn id="1149" idx="0"/>
          </p:cNvCxnSpPr>
          <p:nvPr/>
        </p:nvCxnSpPr>
        <p:spPr>
          <a:xfrm>
            <a:off x="3450105" y="3607780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1150" name="Google Shape;1150;p36"/>
          <p:cNvCxnSpPr>
            <a:stCxn id="1151" idx="2"/>
            <a:endCxn id="1152" idx="0"/>
          </p:cNvCxnSpPr>
          <p:nvPr/>
        </p:nvCxnSpPr>
        <p:spPr>
          <a:xfrm>
            <a:off x="5232641" y="3607781"/>
            <a:ext cx="0" cy="9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152" name="Google Shape;1152;p36"/>
          <p:cNvSpPr/>
          <p:nvPr/>
        </p:nvSpPr>
        <p:spPr>
          <a:xfrm>
            <a:off x="4512640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3" name="Google Shape;1153;p36"/>
          <p:cNvSpPr/>
          <p:nvPr/>
        </p:nvSpPr>
        <p:spPr>
          <a:xfrm>
            <a:off x="589259" y="112286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4" name="Google Shape;1154;p36"/>
          <p:cNvSpPr txBox="1"/>
          <p:nvPr/>
        </p:nvSpPr>
        <p:spPr>
          <a:xfrm>
            <a:off x="589262" y="200163"/>
            <a:ext cx="295305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Backup Flow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55" name="Google Shape;1155;p36"/>
          <p:cNvSpPr/>
          <p:nvPr/>
        </p:nvSpPr>
        <p:spPr>
          <a:xfrm>
            <a:off x="1184963" y="949397"/>
            <a:ext cx="3986366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6" name="Google Shape;1156;p36"/>
          <p:cNvSpPr txBox="1"/>
          <p:nvPr/>
        </p:nvSpPr>
        <p:spPr>
          <a:xfrm>
            <a:off x="4512641" y="5304888"/>
            <a:ext cx="1440000" cy="5651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 정보 및 관련 파일 경로 저장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백업 파일 불러오기 로그 저장</a:t>
            </a:r>
            <a:endParaRPr b="0" i="0" sz="800" u="none" cap="none" strike="noStrik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57" name="Google Shape;1157;p36"/>
          <p:cNvGrpSpPr/>
          <p:nvPr/>
        </p:nvGrpSpPr>
        <p:grpSpPr>
          <a:xfrm>
            <a:off x="4512641" y="2177798"/>
            <a:ext cx="1440000" cy="1429983"/>
            <a:chOff x="6317302" y="2650704"/>
            <a:chExt cx="1440000" cy="1429983"/>
          </a:xfrm>
        </p:grpSpPr>
        <p:sp>
          <p:nvSpPr>
            <p:cNvPr id="1151" name="Google Shape;1151;p36"/>
            <p:cNvSpPr/>
            <p:nvPr/>
          </p:nvSpPr>
          <p:spPr>
            <a:xfrm>
              <a:off x="6317302" y="2650704"/>
              <a:ext cx="1440000" cy="1429983"/>
            </a:xfrm>
            <a:prstGeom prst="rect">
              <a:avLst/>
            </a:prstGeom>
            <a:solidFill>
              <a:srgbClr val="D8E2F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6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9" name="Google Shape;1159;p36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Helper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60" name="Google Shape;1160;p36"/>
          <p:cNvSpPr txBox="1"/>
          <p:nvPr/>
        </p:nvSpPr>
        <p:spPr>
          <a:xfrm>
            <a:off x="2730105" y="5304888"/>
            <a:ext cx="1440000" cy="31892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백업 파일 읽어오기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전달</a:t>
            </a:r>
            <a:endParaRPr b="0" i="0" sz="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1" name="Google Shape;1161;p36"/>
          <p:cNvSpPr/>
          <p:nvPr/>
        </p:nvSpPr>
        <p:spPr>
          <a:xfrm>
            <a:off x="589259" y="733118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Dependencies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62" name="Google Shape;1162;p36"/>
          <p:cNvGrpSpPr/>
          <p:nvPr/>
        </p:nvGrpSpPr>
        <p:grpSpPr>
          <a:xfrm>
            <a:off x="2730105" y="2177797"/>
            <a:ext cx="1440000" cy="1429983"/>
            <a:chOff x="9848593" y="2177798"/>
            <a:chExt cx="1440000" cy="1429983"/>
          </a:xfrm>
        </p:grpSpPr>
        <p:sp>
          <p:nvSpPr>
            <p:cNvPr id="1148" name="Google Shape;1148;p36"/>
            <p:cNvSpPr/>
            <p:nvPr/>
          </p:nvSpPr>
          <p:spPr>
            <a:xfrm>
              <a:off x="9848593" y="2177798"/>
              <a:ext cx="1440000" cy="1429983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RW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3" name="Google Shape;1163;p36"/>
            <p:cNvSpPr/>
            <p:nvPr/>
          </p:nvSpPr>
          <p:spPr>
            <a:xfrm>
              <a:off x="9956592" y="308943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Writer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4" name="Google Shape;1164;p36"/>
            <p:cNvSpPr/>
            <p:nvPr/>
          </p:nvSpPr>
          <p:spPr>
            <a:xfrm>
              <a:off x="9956592" y="254275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Backup File Reader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65" name="Google Shape;1165;p36"/>
          <p:cNvCxnSpPr/>
          <p:nvPr/>
        </p:nvCxnSpPr>
        <p:spPr>
          <a:xfrm>
            <a:off x="2387569" y="733118"/>
            <a:ext cx="0" cy="216279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6" name="Google Shape;1166;p36"/>
          <p:cNvCxnSpPr>
            <a:endCxn id="1148" idx="1"/>
          </p:cNvCxnSpPr>
          <p:nvPr/>
        </p:nvCxnSpPr>
        <p:spPr>
          <a:xfrm flipH="1" rot="-5400000">
            <a:off x="1755405" y="1918089"/>
            <a:ext cx="1606800" cy="3426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7" name="Google Shape;1167;p36"/>
          <p:cNvCxnSpPr/>
          <p:nvPr/>
        </p:nvCxnSpPr>
        <p:spPr>
          <a:xfrm rot="10800000">
            <a:off x="3450104" y="728047"/>
            <a:ext cx="0" cy="219925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8" name="Google Shape;1168;p36"/>
          <p:cNvSpPr txBox="1"/>
          <p:nvPr/>
        </p:nvSpPr>
        <p:spPr>
          <a:xfrm>
            <a:off x="3542315" y="1300487"/>
            <a:ext cx="1440000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저장 진행률, 결과 전달</a:t>
            </a:r>
            <a:endParaRPr b="0" i="0" sz="8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69" name="Google Shape;1169;p36"/>
          <p:cNvCxnSpPr>
            <a:endCxn id="1151" idx="0"/>
          </p:cNvCxnSpPr>
          <p:nvPr/>
        </p:nvCxnSpPr>
        <p:spPr>
          <a:xfrm>
            <a:off x="5232641" y="1947698"/>
            <a:ext cx="0" cy="2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0" name="Google Shape;1170;p36"/>
          <p:cNvSpPr/>
          <p:nvPr/>
        </p:nvSpPr>
        <p:spPr>
          <a:xfrm>
            <a:off x="2730105" y="1522941"/>
            <a:ext cx="1440000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Thread Sync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71" name="Google Shape;1171;p36"/>
          <p:cNvCxnSpPr>
            <a:stCxn id="1148" idx="0"/>
            <a:endCxn id="1170" idx="2"/>
          </p:cNvCxnSpPr>
          <p:nvPr/>
        </p:nvCxnSpPr>
        <p:spPr>
          <a:xfrm rot="10800000">
            <a:off x="3450105" y="1859497"/>
            <a:ext cx="0" cy="31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2" name="Google Shape;1172;p36"/>
          <p:cNvCxnSpPr>
            <a:stCxn id="1170" idx="0"/>
          </p:cNvCxnSpPr>
          <p:nvPr/>
        </p:nvCxnSpPr>
        <p:spPr>
          <a:xfrm rot="10800000">
            <a:off x="3450105" y="1272141"/>
            <a:ext cx="0" cy="250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3" name="Google Shape;1173;p36"/>
          <p:cNvCxnSpPr>
            <a:stCxn id="1164" idx="3"/>
            <a:endCxn id="1159" idx="1"/>
          </p:cNvCxnSpPr>
          <p:nvPr/>
        </p:nvCxnSpPr>
        <p:spPr>
          <a:xfrm>
            <a:off x="4062104" y="2711068"/>
            <a:ext cx="56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9" name="Google Shape;1149;p36"/>
          <p:cNvSpPr/>
          <p:nvPr/>
        </p:nvSpPr>
        <p:spPr>
          <a:xfrm>
            <a:off x="2730105" y="452275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 / ZIP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8" name="Google Shape;1178;p37"/>
          <p:cNvCxnSpPr>
            <a:stCxn id="1179" idx="2"/>
            <a:endCxn id="1180" idx="0"/>
          </p:cNvCxnSpPr>
          <p:nvPr/>
        </p:nvCxnSpPr>
        <p:spPr>
          <a:xfrm>
            <a:off x="3175587" y="4845132"/>
            <a:ext cx="0" cy="26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181" name="Google Shape;1181;p37"/>
          <p:cNvSpPr txBox="1"/>
          <p:nvPr/>
        </p:nvSpPr>
        <p:spPr>
          <a:xfrm>
            <a:off x="589262" y="200163"/>
            <a:ext cx="256993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Web API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79" name="Google Shape;1179;p37"/>
          <p:cNvSpPr/>
          <p:nvPr/>
        </p:nvSpPr>
        <p:spPr>
          <a:xfrm>
            <a:off x="2131067" y="1194492"/>
            <a:ext cx="2089040" cy="36506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Common error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Parse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7"/>
          <p:cNvSpPr txBox="1"/>
          <p:nvPr/>
        </p:nvSpPr>
        <p:spPr>
          <a:xfrm>
            <a:off x="5760000" y="720000"/>
            <a:ext cx="5760000" cy="130380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서버의 각 web API를 처리하기 위한 함수 모음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Framework 외부에서 직접 사용하지 않음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오류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데이터 파싱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통신 처리는 Network Process 에서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3" name="Google Shape;1183;p37"/>
          <p:cNvSpPr/>
          <p:nvPr/>
        </p:nvSpPr>
        <p:spPr>
          <a:xfrm>
            <a:off x="2338976" y="2065643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Sign Up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4" name="Google Shape;1184;p37"/>
          <p:cNvSpPr/>
          <p:nvPr/>
        </p:nvSpPr>
        <p:spPr>
          <a:xfrm>
            <a:off x="2338976" y="2536609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Withdrawal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5" name="Google Shape;1185;p37"/>
          <p:cNvSpPr/>
          <p:nvPr/>
        </p:nvSpPr>
        <p:spPr>
          <a:xfrm>
            <a:off x="2338976" y="3007575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 In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6" name="Google Shape;1186;p37"/>
          <p:cNvSpPr/>
          <p:nvPr/>
        </p:nvSpPr>
        <p:spPr>
          <a:xfrm>
            <a:off x="2338976" y="3477067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 Out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7" name="Google Shape;1187;p37"/>
          <p:cNvSpPr/>
          <p:nvPr/>
        </p:nvSpPr>
        <p:spPr>
          <a:xfrm>
            <a:off x="2338976" y="3948033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Log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0" name="Google Shape;1180;p37"/>
          <p:cNvSpPr/>
          <p:nvPr/>
        </p:nvSpPr>
        <p:spPr>
          <a:xfrm>
            <a:off x="2332998" y="5109625"/>
            <a:ext cx="168517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8" name="Google Shape;1188;p37"/>
          <p:cNvSpPr txBox="1"/>
          <p:nvPr/>
        </p:nvSpPr>
        <p:spPr>
          <a:xfrm rot="5400000">
            <a:off x="3122648" y="4330180"/>
            <a:ext cx="2638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38"/>
          <p:cNvSpPr txBox="1"/>
          <p:nvPr/>
        </p:nvSpPr>
        <p:spPr>
          <a:xfrm>
            <a:off x="589262" y="200163"/>
            <a:ext cx="327846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Network Process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94" name="Google Shape;1194;p38"/>
          <p:cNvSpPr/>
          <p:nvPr/>
        </p:nvSpPr>
        <p:spPr>
          <a:xfrm>
            <a:off x="1911336" y="1163782"/>
            <a:ext cx="3218801" cy="275361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 network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Load network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Upload log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5" name="Google Shape;1195;p38"/>
          <p:cNvSpPr txBox="1"/>
          <p:nvPr/>
        </p:nvSpPr>
        <p:spPr>
          <a:xfrm>
            <a:off x="5760000" y="720000"/>
            <a:ext cx="5760000" cy="315046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서버와 통신을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통신에 사용할 library는 검토 필요 (Poco / Boost.asio)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네트워크 연결 상태 모니터링 (polling 또는 OS event)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통신 요청이 들어오면 queue에 넣고 순차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종류와 parameter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Android / iOS는 UI thread에서 통신 불가, 별도 thread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API 별 결과 처리는 Web API의 해당 함수에서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경우 처리 결과를 DB에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진행률, 결과 또는 오류를 callback으로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및 network thread 유휴 상태에서 로그 업로드 요청 발생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통신 실패 시 재시도 요청 발생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네트워크 연결 상태 확인 (polling 사용 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8"/>
          <p:cNvSpPr/>
          <p:nvPr/>
        </p:nvSpPr>
        <p:spPr>
          <a:xfrm>
            <a:off x="2119246" y="2686976"/>
            <a:ext cx="1685178" cy="1011211"/>
          </a:xfrm>
          <a:prstGeom prst="roundRect">
            <a:avLst>
              <a:gd fmla="val 4036" name="adj"/>
            </a:avLst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Thread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7" name="Google Shape;1197;p38"/>
          <p:cNvSpPr/>
          <p:nvPr/>
        </p:nvSpPr>
        <p:spPr>
          <a:xfrm>
            <a:off x="2119246" y="2097915"/>
            <a:ext cx="1685178" cy="355639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98" name="Google Shape;1198;p38"/>
          <p:cNvCxnSpPr>
            <a:stCxn id="1199" idx="3"/>
            <a:endCxn id="1197" idx="1"/>
          </p:cNvCxnSpPr>
          <p:nvPr/>
        </p:nvCxnSpPr>
        <p:spPr>
          <a:xfrm>
            <a:off x="1685836" y="2275735"/>
            <a:ext cx="4335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9" name="Google Shape;1199;p38"/>
          <p:cNvSpPr txBox="1"/>
          <p:nvPr/>
        </p:nvSpPr>
        <p:spPr>
          <a:xfrm>
            <a:off x="1127670" y="2168013"/>
            <a:ext cx="5581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0" name="Google Shape;1200;p38"/>
          <p:cNvSpPr txBox="1"/>
          <p:nvPr/>
        </p:nvSpPr>
        <p:spPr>
          <a:xfrm>
            <a:off x="799054" y="3084859"/>
            <a:ext cx="88678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 Callback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01" name="Google Shape;1201;p38"/>
          <p:cNvCxnSpPr>
            <a:stCxn id="1197" idx="2"/>
            <a:endCxn id="1196" idx="0"/>
          </p:cNvCxnSpPr>
          <p:nvPr/>
        </p:nvCxnSpPr>
        <p:spPr>
          <a:xfrm>
            <a:off x="2961835" y="2453554"/>
            <a:ext cx="0" cy="233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2" name="Google Shape;1202;p38"/>
          <p:cNvCxnSpPr>
            <a:stCxn id="1203" idx="2"/>
            <a:endCxn id="1204" idx="0"/>
          </p:cNvCxnSpPr>
          <p:nvPr/>
        </p:nvCxnSpPr>
        <p:spPr>
          <a:xfrm>
            <a:off x="2955857" y="3543322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203" name="Google Shape;1203;p38"/>
          <p:cNvSpPr/>
          <p:nvPr/>
        </p:nvSpPr>
        <p:spPr>
          <a:xfrm>
            <a:off x="2228493" y="3042180"/>
            <a:ext cx="1454728" cy="501142"/>
          </a:xfrm>
          <a:prstGeom prst="roundRect">
            <a:avLst>
              <a:gd fmla="val 1248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HTTPS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Multi-part uploader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4" name="Google Shape;1204;p38"/>
          <p:cNvSpPr/>
          <p:nvPr/>
        </p:nvSpPr>
        <p:spPr>
          <a:xfrm>
            <a:off x="2228493" y="4150815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 Lib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5" name="Google Shape;1205;p38"/>
          <p:cNvSpPr/>
          <p:nvPr/>
        </p:nvSpPr>
        <p:spPr>
          <a:xfrm>
            <a:off x="2228493" y="4552548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API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6" name="Google Shape;1206;p38"/>
          <p:cNvSpPr/>
          <p:nvPr/>
        </p:nvSpPr>
        <p:spPr>
          <a:xfrm>
            <a:off x="2228493" y="4958140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07" name="Google Shape;1207;p38"/>
          <p:cNvCxnSpPr>
            <a:stCxn id="1196" idx="1"/>
            <a:endCxn id="1200" idx="3"/>
          </p:cNvCxnSpPr>
          <p:nvPr/>
        </p:nvCxnSpPr>
        <p:spPr>
          <a:xfrm rot="10800000">
            <a:off x="1685746" y="3192582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8" name="Google Shape;1208;p38"/>
          <p:cNvSpPr/>
          <p:nvPr/>
        </p:nvSpPr>
        <p:spPr>
          <a:xfrm>
            <a:off x="4029924" y="2686976"/>
            <a:ext cx="935493" cy="742432"/>
          </a:xfrm>
          <a:prstGeom prst="roundRect">
            <a:avLst>
              <a:gd fmla="val 7742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Upload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Network state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09" name="Google Shape;1209;p38"/>
          <p:cNvCxnSpPr>
            <a:stCxn id="1208" idx="0"/>
            <a:endCxn id="1197" idx="3"/>
          </p:cNvCxnSpPr>
          <p:nvPr/>
        </p:nvCxnSpPr>
        <p:spPr>
          <a:xfrm flipH="1" rot="5400000">
            <a:off x="3945371" y="2134676"/>
            <a:ext cx="411300" cy="69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4" name="Google Shape;1214;p39"/>
          <p:cNvCxnSpPr>
            <a:stCxn id="1215" idx="2"/>
            <a:endCxn id="1216" idx="0"/>
          </p:cNvCxnSpPr>
          <p:nvPr/>
        </p:nvCxnSpPr>
        <p:spPr>
          <a:xfrm>
            <a:off x="2955857" y="4982063"/>
            <a:ext cx="0" cy="37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217" name="Google Shape;1217;p39"/>
          <p:cNvSpPr txBox="1"/>
          <p:nvPr/>
        </p:nvSpPr>
        <p:spPr>
          <a:xfrm>
            <a:off x="589262" y="200163"/>
            <a:ext cx="2710999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Database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15" name="Google Shape;1215;p39"/>
          <p:cNvSpPr/>
          <p:nvPr/>
        </p:nvSpPr>
        <p:spPr>
          <a:xfrm>
            <a:off x="1911337" y="1240971"/>
            <a:ext cx="2089040" cy="37410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Load SQLite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8" name="Google Shape;1218;p39"/>
          <p:cNvSpPr txBox="1"/>
          <p:nvPr/>
        </p:nvSpPr>
        <p:spPr>
          <a:xfrm>
            <a:off x="5760000" y="720000"/>
            <a:ext cx="5760000" cy="161158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사용자의 데이터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thread에서 바로 처리, 결과 반환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번에 하나의 요청만 처리하도록 critical section / synchronized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단순 상태 확인 추가 (사용 중인 경우 return 처리)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별 DB 파일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데이터는 별도 DB 또는 preference 파일에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9" name="Google Shape;1219;p39"/>
          <p:cNvSpPr/>
          <p:nvPr/>
        </p:nvSpPr>
        <p:spPr>
          <a:xfrm>
            <a:off x="2119246" y="1870364"/>
            <a:ext cx="1685178" cy="2945080"/>
          </a:xfrm>
          <a:prstGeom prst="roundRect">
            <a:avLst>
              <a:gd fmla="val 295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Helper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20" name="Google Shape;1220;p39"/>
          <p:cNvCxnSpPr>
            <a:stCxn id="1221" idx="3"/>
            <a:endCxn id="1219" idx="1"/>
          </p:cNvCxnSpPr>
          <p:nvPr/>
        </p:nvCxnSpPr>
        <p:spPr>
          <a:xfrm flipH="1" rot="10800000">
            <a:off x="1575954" y="3342917"/>
            <a:ext cx="543300" cy="4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1" name="Google Shape;1221;p39"/>
          <p:cNvSpPr txBox="1"/>
          <p:nvPr/>
        </p:nvSpPr>
        <p:spPr>
          <a:xfrm>
            <a:off x="1017788" y="3239995"/>
            <a:ext cx="5581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2" name="Google Shape;1222;p39"/>
          <p:cNvSpPr txBox="1"/>
          <p:nvPr/>
        </p:nvSpPr>
        <p:spPr>
          <a:xfrm>
            <a:off x="1107192" y="3671855"/>
            <a:ext cx="46679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9"/>
          <p:cNvSpPr/>
          <p:nvPr/>
        </p:nvSpPr>
        <p:spPr>
          <a:xfrm>
            <a:off x="2228493" y="5361129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3" name="Google Shape;1223;p39"/>
          <p:cNvSpPr/>
          <p:nvPr/>
        </p:nvSpPr>
        <p:spPr>
          <a:xfrm>
            <a:off x="2228493" y="2222265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4" name="Google Shape;1224;p39"/>
          <p:cNvSpPr/>
          <p:nvPr/>
        </p:nvSpPr>
        <p:spPr>
          <a:xfrm>
            <a:off x="2233351" y="2586053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 Settings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5" name="Google Shape;1225;p39"/>
          <p:cNvSpPr/>
          <p:nvPr/>
        </p:nvSpPr>
        <p:spPr>
          <a:xfrm>
            <a:off x="2231846" y="2949841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List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6" name="Google Shape;1226;p39"/>
          <p:cNvSpPr/>
          <p:nvPr/>
        </p:nvSpPr>
        <p:spPr>
          <a:xfrm>
            <a:off x="2228493" y="3313629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 List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7" name="Google Shape;1227;p39"/>
          <p:cNvSpPr/>
          <p:nvPr/>
        </p:nvSpPr>
        <p:spPr>
          <a:xfrm>
            <a:off x="2228493" y="3671855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Instance List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8" name="Google Shape;1228;p39"/>
          <p:cNvSpPr/>
          <p:nvPr/>
        </p:nvSpPr>
        <p:spPr>
          <a:xfrm>
            <a:off x="2228493" y="4030081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Presets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9" name="Google Shape;1229;p39"/>
          <p:cNvSpPr/>
          <p:nvPr/>
        </p:nvSpPr>
        <p:spPr>
          <a:xfrm>
            <a:off x="2221476" y="4382180"/>
            <a:ext cx="1454728" cy="307178"/>
          </a:xfrm>
          <a:prstGeom prst="roundRect">
            <a:avLst>
              <a:gd fmla="val 1635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Logs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30" name="Google Shape;1230;p39"/>
          <p:cNvCxnSpPr>
            <a:endCxn id="1222" idx="3"/>
          </p:cNvCxnSpPr>
          <p:nvPr/>
        </p:nvCxnSpPr>
        <p:spPr>
          <a:xfrm rot="10800000">
            <a:off x="1573986" y="3779577"/>
            <a:ext cx="5454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5" name="Google Shape;1235;p40"/>
          <p:cNvCxnSpPr>
            <a:stCxn id="1236" idx="0"/>
            <a:endCxn id="1237" idx="2"/>
          </p:cNvCxnSpPr>
          <p:nvPr/>
        </p:nvCxnSpPr>
        <p:spPr>
          <a:xfrm rot="10800000">
            <a:off x="2707103" y="5020259"/>
            <a:ext cx="0" cy="33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1238" name="Google Shape;1238;p40"/>
          <p:cNvSpPr txBox="1"/>
          <p:nvPr/>
        </p:nvSpPr>
        <p:spPr>
          <a:xfrm>
            <a:off x="589262" y="200163"/>
            <a:ext cx="316785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DICOM Handler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37" name="Google Shape;1237;p40"/>
          <p:cNvSpPr/>
          <p:nvPr/>
        </p:nvSpPr>
        <p:spPr>
          <a:xfrm>
            <a:off x="1708920" y="1019164"/>
            <a:ext cx="1996366" cy="400107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Load DCMTK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40"/>
          <p:cNvSpPr/>
          <p:nvPr/>
        </p:nvSpPr>
        <p:spPr>
          <a:xfrm>
            <a:off x="1864560" y="1800160"/>
            <a:ext cx="1685178" cy="33662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0" name="Google Shape;1240;p40"/>
          <p:cNvSpPr txBox="1"/>
          <p:nvPr/>
        </p:nvSpPr>
        <p:spPr>
          <a:xfrm>
            <a:off x="756767" y="1737639"/>
            <a:ext cx="7585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41" name="Google Shape;1241;p40"/>
          <p:cNvCxnSpPr>
            <a:stCxn id="1240" idx="3"/>
            <a:endCxn id="1239" idx="1"/>
          </p:cNvCxnSpPr>
          <p:nvPr/>
        </p:nvCxnSpPr>
        <p:spPr>
          <a:xfrm>
            <a:off x="1515309" y="1968472"/>
            <a:ext cx="3492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2" name="Google Shape;1242;p40"/>
          <p:cNvSpPr/>
          <p:nvPr/>
        </p:nvSpPr>
        <p:spPr>
          <a:xfrm>
            <a:off x="1864559" y="2314161"/>
            <a:ext cx="1685179" cy="2562642"/>
          </a:xfrm>
          <a:prstGeom prst="roundRect">
            <a:avLst>
              <a:gd fmla="val 3568" name="adj"/>
            </a:avLst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3" name="Google Shape;1243;p40"/>
          <p:cNvSpPr txBox="1"/>
          <p:nvPr/>
        </p:nvSpPr>
        <p:spPr>
          <a:xfrm>
            <a:off x="5760000" y="720000"/>
            <a:ext cx="5760000" cy="422768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Handler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관련된 기능 전반을 담당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생성, 읽기 및 서버 통신 전반을 담당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외부와의 인터페이스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 라이브러리 로딩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처리 대기 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작업은 기본적으로 즉시 처리되나, 여러 개의 작업이 연속으로 들어올 경우 대응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관련 작업은 통신 및 파일 I/O가 포함되기 때문에 별도 thread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작업은 하나의 thread에서 순차 처리 후 결과 반환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특성상 동시 다발적인 처리를 지원할 필요는 없을 것 같으나, 검토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처리를 할 경우에는 thread pool 사용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PACS 서버로 DCM 파일 업로드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Worklist 서버에서 환자 리스트 다운로드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정상 연결 여부 확인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File Reader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파일을 읽어서 환자 정보를 추출하는 작업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파일에서 촬영 데이터 등을 추출하는 기능 지원 여부는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File Writer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 정보와 촬영 데이터를 DCM 파일로 저장하는 작업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0"/>
          <p:cNvSpPr/>
          <p:nvPr/>
        </p:nvSpPr>
        <p:spPr>
          <a:xfrm>
            <a:off x="1979739" y="5356859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4" name="Google Shape;1244;p40"/>
          <p:cNvSpPr/>
          <p:nvPr/>
        </p:nvSpPr>
        <p:spPr>
          <a:xfrm>
            <a:off x="1979779" y="2857565"/>
            <a:ext cx="1454732" cy="648081"/>
          </a:xfrm>
          <a:prstGeom prst="roundRect">
            <a:avLst>
              <a:gd fmla="val 7612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Worklist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45" name="Google Shape;1245;p40"/>
          <p:cNvCxnSpPr>
            <a:stCxn id="1239" idx="2"/>
            <a:endCxn id="1242" idx="0"/>
          </p:cNvCxnSpPr>
          <p:nvPr/>
        </p:nvCxnSpPr>
        <p:spPr>
          <a:xfrm>
            <a:off x="2707149" y="2136783"/>
            <a:ext cx="0" cy="177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6" name="Google Shape;1246;p40"/>
          <p:cNvSpPr/>
          <p:nvPr/>
        </p:nvSpPr>
        <p:spPr>
          <a:xfrm>
            <a:off x="1979779" y="3718976"/>
            <a:ext cx="1454732" cy="396745"/>
          </a:xfrm>
          <a:prstGeom prst="roundRect">
            <a:avLst>
              <a:gd fmla="val 15353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File Reader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7" name="Google Shape;1247;p40"/>
          <p:cNvSpPr/>
          <p:nvPr/>
        </p:nvSpPr>
        <p:spPr>
          <a:xfrm>
            <a:off x="1979779" y="4330067"/>
            <a:ext cx="1454732" cy="396745"/>
          </a:xfrm>
          <a:prstGeom prst="roundRect">
            <a:avLst>
              <a:gd fmla="val 15353" name="adj"/>
            </a:avLst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File Writer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48" name="Google Shape;1248;p40"/>
          <p:cNvCxnSpPr>
            <a:stCxn id="1244" idx="3"/>
            <a:endCxn id="1249" idx="1"/>
          </p:cNvCxnSpPr>
          <p:nvPr/>
        </p:nvCxnSpPr>
        <p:spPr>
          <a:xfrm>
            <a:off x="3434511" y="3181606"/>
            <a:ext cx="561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9" name="Google Shape;1249;p40"/>
          <p:cNvSpPr txBox="1"/>
          <p:nvPr/>
        </p:nvSpPr>
        <p:spPr>
          <a:xfrm>
            <a:off x="3995760" y="3073883"/>
            <a:ext cx="75854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50" name="Google Shape;1250;p40"/>
          <p:cNvCxnSpPr>
            <a:stCxn id="1246" idx="3"/>
            <a:endCxn id="1251" idx="1"/>
          </p:cNvCxnSpPr>
          <p:nvPr/>
        </p:nvCxnSpPr>
        <p:spPr>
          <a:xfrm>
            <a:off x="3434511" y="3917349"/>
            <a:ext cx="564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1" name="Google Shape;1251;p40"/>
          <p:cNvSpPr txBox="1"/>
          <p:nvPr/>
        </p:nvSpPr>
        <p:spPr>
          <a:xfrm>
            <a:off x="3998767" y="3809626"/>
            <a:ext cx="75854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52" name="Google Shape;1252;p40"/>
          <p:cNvCxnSpPr>
            <a:stCxn id="1247" idx="3"/>
            <a:endCxn id="1253" idx="1"/>
          </p:cNvCxnSpPr>
          <p:nvPr/>
        </p:nvCxnSpPr>
        <p:spPr>
          <a:xfrm>
            <a:off x="3434511" y="4528440"/>
            <a:ext cx="561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3" name="Google Shape;1253;p40"/>
          <p:cNvSpPr txBox="1"/>
          <p:nvPr/>
        </p:nvSpPr>
        <p:spPr>
          <a:xfrm>
            <a:off x="3995759" y="4420717"/>
            <a:ext cx="61266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 File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4" name="Google Shape;1254;p40"/>
          <p:cNvSpPr/>
          <p:nvPr/>
        </p:nvSpPr>
        <p:spPr>
          <a:xfrm>
            <a:off x="1979739" y="5738093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1"/>
          <p:cNvSpPr/>
          <p:nvPr/>
        </p:nvSpPr>
        <p:spPr>
          <a:xfrm>
            <a:off x="1966138" y="1415887"/>
            <a:ext cx="2166475" cy="241819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Video Encoder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Load encoding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0" name="Google Shape;1260;p41"/>
          <p:cNvCxnSpPr>
            <a:stCxn id="1261" idx="0"/>
            <a:endCxn id="1262" idx="2"/>
          </p:cNvCxnSpPr>
          <p:nvPr/>
        </p:nvCxnSpPr>
        <p:spPr>
          <a:xfrm rot="10800000">
            <a:off x="3025129" y="3630977"/>
            <a:ext cx="0" cy="71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1263" name="Google Shape;1263;p41"/>
          <p:cNvSpPr txBox="1"/>
          <p:nvPr/>
        </p:nvSpPr>
        <p:spPr>
          <a:xfrm>
            <a:off x="589262" y="200163"/>
            <a:ext cx="3094117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Video Encoder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64" name="Google Shape;1264;p41"/>
          <p:cNvSpPr txBox="1"/>
          <p:nvPr/>
        </p:nvSpPr>
        <p:spPr>
          <a:xfrm>
            <a:off x="1156398" y="2424425"/>
            <a:ext cx="7521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 Data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2" name="Google Shape;1262;p41"/>
          <p:cNvSpPr/>
          <p:nvPr/>
        </p:nvSpPr>
        <p:spPr>
          <a:xfrm>
            <a:off x="2182540" y="3063448"/>
            <a:ext cx="1685179" cy="567432"/>
          </a:xfrm>
          <a:prstGeom prst="roundRect">
            <a:avLst>
              <a:gd fmla="val 9846" name="adj"/>
            </a:avLst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MP4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41"/>
          <p:cNvSpPr txBox="1"/>
          <p:nvPr/>
        </p:nvSpPr>
        <p:spPr>
          <a:xfrm>
            <a:off x="5760000" y="720000"/>
            <a:ext cx="5760000" cy="191936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Video Encoder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영상과 음성 데이터를 MP4 형식의 동영상으로 저장하는 작업을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CODEC 및 library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저장 시 I/O 횟수를 줄이기 위해 설정된 수준까지 데이터를 모으기 위한 버퍼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지원하는 파일 저장 형식에 따라 write buffer의 데이터를 파일로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I/O가 일어나는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 data stream 지원 여부는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1" name="Google Shape;1261;p41"/>
          <p:cNvSpPr/>
          <p:nvPr/>
        </p:nvSpPr>
        <p:spPr>
          <a:xfrm>
            <a:off x="2297765" y="4349177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66" name="Google Shape;1266;p41"/>
          <p:cNvCxnSpPr>
            <a:stCxn id="1267" idx="2"/>
            <a:endCxn id="1262" idx="0"/>
          </p:cNvCxnSpPr>
          <p:nvPr/>
        </p:nvCxnSpPr>
        <p:spPr>
          <a:xfrm>
            <a:off x="3025129" y="2815863"/>
            <a:ext cx="0" cy="247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7" name="Google Shape;1267;p41"/>
          <p:cNvSpPr/>
          <p:nvPr/>
        </p:nvSpPr>
        <p:spPr>
          <a:xfrm>
            <a:off x="2182540" y="2248431"/>
            <a:ext cx="1685178" cy="567432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Buffer for reduce I/O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68" name="Google Shape;1268;p41"/>
          <p:cNvCxnSpPr>
            <a:stCxn id="1264" idx="3"/>
            <a:endCxn id="1267" idx="1"/>
          </p:cNvCxnSpPr>
          <p:nvPr/>
        </p:nvCxnSpPr>
        <p:spPr>
          <a:xfrm>
            <a:off x="1908528" y="2532147"/>
            <a:ext cx="2739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9" name="Google Shape;1269;p41"/>
          <p:cNvSpPr/>
          <p:nvPr/>
        </p:nvSpPr>
        <p:spPr>
          <a:xfrm>
            <a:off x="2297765" y="4748297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Encoding Lib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4" name="Google Shape;1274;p42"/>
          <p:cNvCxnSpPr>
            <a:stCxn id="1275" idx="0"/>
            <a:endCxn id="1276" idx="2"/>
          </p:cNvCxnSpPr>
          <p:nvPr/>
        </p:nvCxnSpPr>
        <p:spPr>
          <a:xfrm rot="10800000">
            <a:off x="2988231" y="4392577"/>
            <a:ext cx="0" cy="48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1276" name="Google Shape;1276;p42"/>
          <p:cNvSpPr/>
          <p:nvPr/>
        </p:nvSpPr>
        <p:spPr>
          <a:xfrm>
            <a:off x="1033925" y="1102836"/>
            <a:ext cx="3908613" cy="328987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File 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life cycle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Manage 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42"/>
          <p:cNvSpPr txBox="1"/>
          <p:nvPr/>
        </p:nvSpPr>
        <p:spPr>
          <a:xfrm>
            <a:off x="589262" y="200163"/>
            <a:ext cx="463139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Backup File Reader / Writer Block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8" name="Google Shape;1278;p42"/>
          <p:cNvSpPr txBox="1"/>
          <p:nvPr/>
        </p:nvSpPr>
        <p:spPr>
          <a:xfrm>
            <a:off x="250742" y="2980470"/>
            <a:ext cx="7232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List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9" name="Google Shape;1279;p42"/>
          <p:cNvSpPr/>
          <p:nvPr/>
        </p:nvSpPr>
        <p:spPr>
          <a:xfrm>
            <a:off x="1250327" y="2109988"/>
            <a:ext cx="1685179" cy="2079518"/>
          </a:xfrm>
          <a:prstGeom prst="roundRect">
            <a:avLst>
              <a:gd fmla="val 3568" name="adj"/>
            </a:avLst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job has own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2"/>
          <p:cNvSpPr txBox="1"/>
          <p:nvPr/>
        </p:nvSpPr>
        <p:spPr>
          <a:xfrm>
            <a:off x="5760000" y="720000"/>
            <a:ext cx="5760000" cy="407379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Backup File Handler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 정보, 촬영 데이터, 설정을 저장하거나 불러오는 작업을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reader와 writer는 개별 모듈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또는 불러오기 요청이 발생하면 객체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저장 시 I/O 횟수를 줄이기 위해 설정된 수준까지 데이터를 모아서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I/O가 일어나는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파일의 저장 형식과 버전에 따라 데이터를 해석하여 읽어오는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파일과 읽어온 데이터를 callback으로 반환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Database에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파일의 종류와 버전에 따라 저장 형식 또는 불러오기 형식을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저장의 경우, 각 저장 형식의 최신 버전만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불러오기의 경우, 기존 버전 최대한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Zip Process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데이터를 ZIP 형식으로 묶어서 하나의 파일로 생성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압축파일 생성 과정에 암호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Unzip Process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데이터를 읽어오기 위해 ZIP 형식의 데이터를 개별 파일로 풀어서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압축파일 해제 과정에서 암호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1" name="Google Shape;1281;p42"/>
          <p:cNvSpPr/>
          <p:nvPr/>
        </p:nvSpPr>
        <p:spPr>
          <a:xfrm>
            <a:off x="2260867" y="5237333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ZIP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2" name="Google Shape;1282;p42"/>
          <p:cNvSpPr/>
          <p:nvPr/>
        </p:nvSpPr>
        <p:spPr>
          <a:xfrm>
            <a:off x="1365550" y="2676043"/>
            <a:ext cx="1454732" cy="648080"/>
          </a:xfrm>
          <a:prstGeom prst="roundRect">
            <a:avLst>
              <a:gd fmla="val 761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3" name="Google Shape;1283;p42"/>
          <p:cNvCxnSpPr>
            <a:stCxn id="1278" idx="3"/>
            <a:endCxn id="1279" idx="1"/>
          </p:cNvCxnSpPr>
          <p:nvPr/>
        </p:nvCxnSpPr>
        <p:spPr>
          <a:xfrm>
            <a:off x="974017" y="3149747"/>
            <a:ext cx="2763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4" name="Google Shape;1284;p42"/>
          <p:cNvSpPr txBox="1"/>
          <p:nvPr/>
        </p:nvSpPr>
        <p:spPr>
          <a:xfrm>
            <a:off x="310748" y="1722901"/>
            <a:ext cx="66556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85" name="Google Shape;1285;p42"/>
          <p:cNvCxnSpPr>
            <a:stCxn id="1284" idx="3"/>
            <a:endCxn id="1279" idx="0"/>
          </p:cNvCxnSpPr>
          <p:nvPr/>
        </p:nvCxnSpPr>
        <p:spPr>
          <a:xfrm>
            <a:off x="976315" y="1830623"/>
            <a:ext cx="1116600" cy="2793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6" name="Google Shape;1286;p42"/>
          <p:cNvSpPr/>
          <p:nvPr/>
        </p:nvSpPr>
        <p:spPr>
          <a:xfrm>
            <a:off x="3050729" y="2109988"/>
            <a:ext cx="1685179" cy="2079518"/>
          </a:xfrm>
          <a:prstGeom prst="roundRect">
            <a:avLst>
              <a:gd fmla="val 3568" name="adj"/>
            </a:avLst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job has own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2"/>
          <p:cNvSpPr/>
          <p:nvPr/>
        </p:nvSpPr>
        <p:spPr>
          <a:xfrm>
            <a:off x="3165952" y="2676042"/>
            <a:ext cx="1454732" cy="648081"/>
          </a:xfrm>
          <a:prstGeom prst="roundRect">
            <a:avLst>
              <a:gd fmla="val 9456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HCA / HCB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Version compatible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8" name="Google Shape;1288;p42"/>
          <p:cNvSpPr/>
          <p:nvPr/>
        </p:nvSpPr>
        <p:spPr>
          <a:xfrm>
            <a:off x="3161360" y="3459103"/>
            <a:ext cx="1454732" cy="567432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Unzip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 data from ZIP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9" name="Google Shape;1289;p42"/>
          <p:cNvCxnSpPr>
            <a:stCxn id="1284" idx="3"/>
            <a:endCxn id="1286" idx="0"/>
          </p:cNvCxnSpPr>
          <p:nvPr/>
        </p:nvCxnSpPr>
        <p:spPr>
          <a:xfrm>
            <a:off x="976315" y="1830623"/>
            <a:ext cx="2916900" cy="279300"/>
          </a:xfrm>
          <a:prstGeom prst="bentConnector2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0" name="Google Shape;1290;p42"/>
          <p:cNvSpPr txBox="1"/>
          <p:nvPr/>
        </p:nvSpPr>
        <p:spPr>
          <a:xfrm>
            <a:off x="4825943" y="5459282"/>
            <a:ext cx="7232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List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91" name="Google Shape;1291;p42"/>
          <p:cNvCxnSpPr>
            <a:stCxn id="1286" idx="3"/>
            <a:endCxn id="1290" idx="0"/>
          </p:cNvCxnSpPr>
          <p:nvPr/>
        </p:nvCxnSpPr>
        <p:spPr>
          <a:xfrm>
            <a:off x="4735908" y="3149747"/>
            <a:ext cx="451800" cy="23094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2" name="Google Shape;1292;p42"/>
          <p:cNvSpPr/>
          <p:nvPr/>
        </p:nvSpPr>
        <p:spPr>
          <a:xfrm>
            <a:off x="2260867" y="5600289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3" name="Google Shape;1293;p42"/>
          <p:cNvSpPr/>
          <p:nvPr/>
        </p:nvSpPr>
        <p:spPr>
          <a:xfrm>
            <a:off x="1365550" y="3459101"/>
            <a:ext cx="1454732" cy="567433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Zip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ZIP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42"/>
          <p:cNvSpPr/>
          <p:nvPr/>
        </p:nvSpPr>
        <p:spPr>
          <a:xfrm>
            <a:off x="2260867" y="4874377"/>
            <a:ext cx="1454728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43"/>
          <p:cNvSpPr/>
          <p:nvPr/>
        </p:nvSpPr>
        <p:spPr>
          <a:xfrm>
            <a:off x="1057676" y="1408256"/>
            <a:ext cx="4298096" cy="361925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Dependencies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Languages other than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3"/>
          <p:cNvSpPr txBox="1"/>
          <p:nvPr/>
        </p:nvSpPr>
        <p:spPr>
          <a:xfrm>
            <a:off x="589262" y="200163"/>
            <a:ext cx="386676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Platform Dependencies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00" name="Google Shape;1300;p43"/>
          <p:cNvSpPr txBox="1"/>
          <p:nvPr/>
        </p:nvSpPr>
        <p:spPr>
          <a:xfrm>
            <a:off x="5760000" y="720000"/>
            <a:ext cx="5760000" cy="114992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1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Dependencies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OS 의존적 코드 모음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C++ 외의 언어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유틸리티성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 access framework은 Android의 DocumentFile 접근을 위해 필요함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 access framework을 제외한 다른 기능은 app에서 처리 검토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1" name="Google Shape;1301;p43"/>
          <p:cNvSpPr/>
          <p:nvPr/>
        </p:nvSpPr>
        <p:spPr>
          <a:xfrm>
            <a:off x="1238452" y="2049924"/>
            <a:ext cx="1855070" cy="566894"/>
          </a:xfrm>
          <a:prstGeom prst="roundRect">
            <a:avLst>
              <a:gd fmla="val 954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Permission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Android : extension 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3"/>
          <p:cNvSpPr/>
          <p:nvPr/>
        </p:nvSpPr>
        <p:spPr>
          <a:xfrm>
            <a:off x="1238452" y="2765999"/>
            <a:ext cx="1855070" cy="774156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Wi-Fi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Android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43"/>
          <p:cNvSpPr/>
          <p:nvPr/>
        </p:nvSpPr>
        <p:spPr>
          <a:xfrm>
            <a:off x="1238452" y="3689336"/>
            <a:ext cx="1855070" cy="774156"/>
          </a:xfrm>
          <a:prstGeom prst="roundRect">
            <a:avLst>
              <a:gd fmla="val 744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BT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Android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43"/>
          <p:cNvSpPr/>
          <p:nvPr/>
        </p:nvSpPr>
        <p:spPr>
          <a:xfrm>
            <a:off x="3274298" y="2040514"/>
            <a:ext cx="1855070" cy="566894"/>
          </a:xfrm>
          <a:prstGeom prst="roundRect">
            <a:avLst>
              <a:gd fmla="val 9540" name="adj"/>
            </a:avLst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 Access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Android : JNI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44"/>
          <p:cNvSpPr txBox="1"/>
          <p:nvPr/>
        </p:nvSpPr>
        <p:spPr>
          <a:xfrm>
            <a:off x="589262" y="200163"/>
            <a:ext cx="333617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 Diagram v1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310" name="Google Shape;1310;p44"/>
          <p:cNvGrpSpPr/>
          <p:nvPr/>
        </p:nvGrpSpPr>
        <p:grpSpPr>
          <a:xfrm>
            <a:off x="5300473" y="1269000"/>
            <a:ext cx="5400000" cy="4320000"/>
            <a:chOff x="6233307" y="1326010"/>
            <a:chExt cx="4140000" cy="2772000"/>
          </a:xfrm>
        </p:grpSpPr>
        <p:sp>
          <p:nvSpPr>
            <p:cNvPr id="1311" name="Google Shape;1311;p44"/>
            <p:cNvSpPr/>
            <p:nvPr/>
          </p:nvSpPr>
          <p:spPr>
            <a:xfrm>
              <a:off x="6233307" y="1326010"/>
              <a:ext cx="4140000" cy="2772000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Framework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12" name="Google Shape;1312;p44"/>
            <p:cNvGrpSpPr/>
            <p:nvPr/>
          </p:nvGrpSpPr>
          <p:grpSpPr>
            <a:xfrm>
              <a:off x="7643913" y="1774196"/>
              <a:ext cx="1111776" cy="1444015"/>
              <a:chOff x="3181154" y="1257620"/>
              <a:chExt cx="1111776" cy="1444015"/>
            </a:xfrm>
          </p:grpSpPr>
          <p:sp>
            <p:nvSpPr>
              <p:cNvPr id="1313" name="Google Shape;1313;p44"/>
              <p:cNvSpPr/>
              <p:nvPr/>
            </p:nvSpPr>
            <p:spPr>
              <a:xfrm>
                <a:off x="3181154" y="1257620"/>
                <a:ext cx="1111776" cy="1444015"/>
              </a:xfrm>
              <a:prstGeom prst="rect">
                <a:avLst/>
              </a:prstGeom>
              <a:solidFill>
                <a:srgbClr val="BBD6EE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72000" spcFirstLastPara="1" rIns="72000" wrap="square" tIns="36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Scanner Manager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44"/>
              <p:cNvSpPr/>
              <p:nvPr/>
            </p:nvSpPr>
            <p:spPr>
              <a:xfrm>
                <a:off x="3288576" y="1496945"/>
                <a:ext cx="900000" cy="494356"/>
              </a:xfrm>
              <a:prstGeom prst="rect">
                <a:avLst/>
              </a:prstGeom>
              <a:solidFill>
                <a:srgbClr val="DDEA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Scanner Control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15" name="Google Shape;1315;p44"/>
              <p:cNvSpPr/>
              <p:nvPr/>
            </p:nvSpPr>
            <p:spPr>
              <a:xfrm>
                <a:off x="3288576" y="2080592"/>
                <a:ext cx="900000" cy="216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Scanner Info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16" name="Google Shape;1316;p44"/>
              <p:cNvSpPr/>
              <p:nvPr/>
            </p:nvSpPr>
            <p:spPr>
              <a:xfrm>
                <a:off x="3359719" y="1690317"/>
                <a:ext cx="730676" cy="216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Command Set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17" name="Google Shape;1317;p44"/>
              <p:cNvSpPr/>
              <p:nvPr/>
            </p:nvSpPr>
            <p:spPr>
              <a:xfrm>
                <a:off x="3288576" y="2385883"/>
                <a:ext cx="900000" cy="216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Preset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318" name="Google Shape;1318;p44"/>
            <p:cNvGrpSpPr/>
            <p:nvPr/>
          </p:nvGrpSpPr>
          <p:grpSpPr>
            <a:xfrm>
              <a:off x="9025016" y="1774196"/>
              <a:ext cx="1111776" cy="1755028"/>
              <a:chOff x="4984224" y="1257620"/>
              <a:chExt cx="1111776" cy="1755028"/>
            </a:xfrm>
          </p:grpSpPr>
          <p:sp>
            <p:nvSpPr>
              <p:cNvPr id="1319" name="Google Shape;1319;p44"/>
              <p:cNvSpPr/>
              <p:nvPr/>
            </p:nvSpPr>
            <p:spPr>
              <a:xfrm>
                <a:off x="4984224" y="1257620"/>
                <a:ext cx="1111776" cy="1755028"/>
              </a:xfrm>
              <a:prstGeom prst="rect">
                <a:avLst/>
              </a:prstGeom>
              <a:solidFill>
                <a:srgbClr val="C4E0B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72000" spcFirstLastPara="1" rIns="72000" wrap="square" tIns="36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Scan Player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44"/>
              <p:cNvSpPr/>
              <p:nvPr/>
            </p:nvSpPr>
            <p:spPr>
              <a:xfrm>
                <a:off x="5091646" y="1496944"/>
                <a:ext cx="900000" cy="494356"/>
              </a:xfrm>
              <a:prstGeom prst="rect">
                <a:avLst/>
              </a:prstGeom>
              <a:solidFill>
                <a:srgbClr val="E1EFD8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 Process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21" name="Google Shape;1321;p44"/>
              <p:cNvSpPr/>
              <p:nvPr/>
            </p:nvSpPr>
            <p:spPr>
              <a:xfrm>
                <a:off x="5091646" y="2080591"/>
                <a:ext cx="900000" cy="216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Audio Process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22" name="Google Shape;1322;p44"/>
              <p:cNvSpPr/>
              <p:nvPr/>
            </p:nvSpPr>
            <p:spPr>
              <a:xfrm>
                <a:off x="5162789" y="1690316"/>
                <a:ext cx="730676" cy="216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SRI Filter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23" name="Google Shape;1323;p44"/>
              <p:cNvSpPr/>
              <p:nvPr/>
            </p:nvSpPr>
            <p:spPr>
              <a:xfrm>
                <a:off x="5091646" y="2410987"/>
                <a:ext cx="900000" cy="494356"/>
              </a:xfrm>
              <a:prstGeom prst="rect">
                <a:avLst/>
              </a:prstGeom>
              <a:solidFill>
                <a:srgbClr val="E1EFD8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Renderer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24" name="Google Shape;1324;p44"/>
              <p:cNvSpPr/>
              <p:nvPr/>
            </p:nvSpPr>
            <p:spPr>
              <a:xfrm>
                <a:off x="5162789" y="2604359"/>
                <a:ext cx="730676" cy="216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Rendering API</a:t>
                </a:r>
                <a:endParaRPr b="0" i="0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325" name="Google Shape;1325;p44"/>
            <p:cNvSpPr/>
            <p:nvPr/>
          </p:nvSpPr>
          <p:spPr>
            <a:xfrm>
              <a:off x="6474586" y="1774196"/>
              <a:ext cx="900000" cy="2160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SDK Setting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6" name="Google Shape;1326;p44"/>
            <p:cNvSpPr/>
            <p:nvPr/>
          </p:nvSpPr>
          <p:spPr>
            <a:xfrm>
              <a:off x="6472578" y="2098892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Network Process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7" name="Google Shape;1327;p44"/>
            <p:cNvSpPr/>
            <p:nvPr/>
          </p:nvSpPr>
          <p:spPr>
            <a:xfrm>
              <a:off x="6472578" y="2422541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Video Encoder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8" name="Google Shape;1328;p44"/>
            <p:cNvSpPr/>
            <p:nvPr/>
          </p:nvSpPr>
          <p:spPr>
            <a:xfrm>
              <a:off x="6469822" y="3069839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HC Format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9" name="Google Shape;1329;p44"/>
            <p:cNvSpPr/>
            <p:nvPr/>
          </p:nvSpPr>
          <p:spPr>
            <a:xfrm>
              <a:off x="6472578" y="2746190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DICOM Format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0" name="Google Shape;1330;p44"/>
            <p:cNvSpPr/>
            <p:nvPr/>
          </p:nvSpPr>
          <p:spPr>
            <a:xfrm>
              <a:off x="6469822" y="3388456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Log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1" name="Google Shape;1331;p44"/>
            <p:cNvSpPr/>
            <p:nvPr/>
          </p:nvSpPr>
          <p:spPr>
            <a:xfrm>
              <a:off x="6469822" y="3717137"/>
              <a:ext cx="3666970" cy="216000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Utilities / Libraries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32" name="Google Shape;1332;p44"/>
          <p:cNvGrpSpPr/>
          <p:nvPr/>
        </p:nvGrpSpPr>
        <p:grpSpPr>
          <a:xfrm>
            <a:off x="1613727" y="1269000"/>
            <a:ext cx="1800000" cy="4320000"/>
            <a:chOff x="2767687" y="1836608"/>
            <a:chExt cx="1200000" cy="2772000"/>
          </a:xfrm>
        </p:grpSpPr>
        <p:sp>
          <p:nvSpPr>
            <p:cNvPr id="1333" name="Google Shape;1333;p44"/>
            <p:cNvSpPr/>
            <p:nvPr/>
          </p:nvSpPr>
          <p:spPr>
            <a:xfrm>
              <a:off x="2767687" y="1836608"/>
              <a:ext cx="1200000" cy="2772000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Application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4" name="Google Shape;1334;p44"/>
            <p:cNvSpPr/>
            <p:nvPr/>
          </p:nvSpPr>
          <p:spPr>
            <a:xfrm>
              <a:off x="2921673" y="4224479"/>
              <a:ext cx="900000" cy="216000"/>
            </a:xfrm>
            <a:prstGeom prst="rect">
              <a:avLst/>
            </a:prstGeom>
            <a:solidFill>
              <a:srgbClr val="FBE4D4"/>
            </a:solidFill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C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Platform Dependent</a:t>
              </a:r>
              <a:endParaRPr b="0" i="0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5" name="Google Shape;1335;p44"/>
            <p:cNvSpPr/>
            <p:nvPr/>
          </p:nvSpPr>
          <p:spPr>
            <a:xfrm>
              <a:off x="2921673" y="2392602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UI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6" name="Google Shape;1336;p44"/>
            <p:cNvSpPr/>
            <p:nvPr/>
          </p:nvSpPr>
          <p:spPr>
            <a:xfrm>
              <a:off x="2921673" y="2726904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7" name="Google Shape;1337;p44"/>
            <p:cNvSpPr/>
            <p:nvPr/>
          </p:nvSpPr>
          <p:spPr>
            <a:xfrm>
              <a:off x="2921673" y="3061206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Settings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8" name="Google Shape;1338;p44"/>
            <p:cNvSpPr/>
            <p:nvPr/>
          </p:nvSpPr>
          <p:spPr>
            <a:xfrm>
              <a:off x="2921673" y="3392509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Web API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39" name="Google Shape;1339;p44"/>
          <p:cNvSpPr/>
          <p:nvPr/>
        </p:nvSpPr>
        <p:spPr>
          <a:xfrm>
            <a:off x="3818727" y="3281158"/>
            <a:ext cx="1076746" cy="32795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BE4D4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0" name="Google Shape;1340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폐기안</a:t>
            </a:r>
            <a:endParaRPr b="0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45"/>
          <p:cNvSpPr txBox="1"/>
          <p:nvPr/>
        </p:nvSpPr>
        <p:spPr>
          <a:xfrm>
            <a:off x="589262" y="200163"/>
            <a:ext cx="333617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Framework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 Diagram v1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346" name="Google Shape;1346;p45"/>
          <p:cNvGrpSpPr/>
          <p:nvPr/>
        </p:nvGrpSpPr>
        <p:grpSpPr>
          <a:xfrm>
            <a:off x="496665" y="827214"/>
            <a:ext cx="10152000" cy="900000"/>
            <a:chOff x="496665" y="860743"/>
            <a:chExt cx="10152000" cy="900000"/>
          </a:xfrm>
        </p:grpSpPr>
        <p:sp>
          <p:nvSpPr>
            <p:cNvPr id="1347" name="Google Shape;1347;p45"/>
            <p:cNvSpPr/>
            <p:nvPr/>
          </p:nvSpPr>
          <p:spPr>
            <a:xfrm>
              <a:off x="496665" y="860743"/>
              <a:ext cx="10152000" cy="900000"/>
            </a:xfrm>
            <a:prstGeom prst="roundRect">
              <a:avLst>
                <a:gd fmla="val 8496" name="adj"/>
              </a:avLst>
            </a:prstGeom>
            <a:solidFill>
              <a:srgbClr val="F2F2F2"/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8" name="Google Shape;1348;p45"/>
            <p:cNvSpPr/>
            <p:nvPr/>
          </p:nvSpPr>
          <p:spPr>
            <a:xfrm>
              <a:off x="9656069" y="945226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App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Scan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Server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Log setting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9" name="Google Shape;1349;p45"/>
            <p:cNvSpPr/>
            <p:nvPr/>
          </p:nvSpPr>
          <p:spPr>
            <a:xfrm>
              <a:off x="8648646" y="950751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User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Patient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Scanner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Worklist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45"/>
            <p:cNvSpPr/>
            <p:nvPr/>
          </p:nvSpPr>
          <p:spPr>
            <a:xfrm>
              <a:off x="7641223" y="945226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Web API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Sign Up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Log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45"/>
            <p:cNvSpPr/>
            <p:nvPr/>
          </p:nvSpPr>
          <p:spPr>
            <a:xfrm>
              <a:off x="1596684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Login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Sign Up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Log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Find password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45"/>
            <p:cNvSpPr/>
            <p:nvPr/>
          </p:nvSpPr>
          <p:spPr>
            <a:xfrm>
              <a:off x="2604107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Worklist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Patient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Scan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45"/>
            <p:cNvSpPr/>
            <p:nvPr/>
          </p:nvSpPr>
          <p:spPr>
            <a:xfrm>
              <a:off x="3611530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Worklist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Get worklist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Register patient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Scan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45"/>
            <p:cNvSpPr/>
            <p:nvPr/>
          </p:nvSpPr>
          <p:spPr>
            <a:xfrm>
              <a:off x="4618953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Patient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Show patient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Search / delete / 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Register patient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Scan / share / upload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45"/>
            <p:cNvSpPr/>
            <p:nvPr/>
          </p:nvSpPr>
          <p:spPr>
            <a:xfrm>
              <a:off x="5626375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Connect scanner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Display scan image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Snapshot, recording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Dual screen mode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45"/>
            <p:cNvSpPr/>
            <p:nvPr/>
          </p:nvSpPr>
          <p:spPr>
            <a:xfrm>
              <a:off x="6633799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Set properties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Export / import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45"/>
            <p:cNvSpPr/>
            <p:nvPr/>
          </p:nvSpPr>
          <p:spPr>
            <a:xfrm>
              <a:off x="589261" y="945225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Intro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Permission check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Initialize FW/App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Network check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Download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8" name="Google Shape;1358;p45"/>
          <p:cNvGrpSpPr/>
          <p:nvPr/>
        </p:nvGrpSpPr>
        <p:grpSpPr>
          <a:xfrm>
            <a:off x="496665" y="1993571"/>
            <a:ext cx="11160000" cy="3960000"/>
            <a:chOff x="496665" y="1993571"/>
            <a:chExt cx="11160000" cy="3960000"/>
          </a:xfrm>
        </p:grpSpPr>
        <p:sp>
          <p:nvSpPr>
            <p:cNvPr id="1359" name="Google Shape;1359;p45"/>
            <p:cNvSpPr/>
            <p:nvPr/>
          </p:nvSpPr>
          <p:spPr>
            <a:xfrm>
              <a:off x="496665" y="1993571"/>
              <a:ext cx="11160000" cy="3960000"/>
            </a:xfrm>
            <a:prstGeom prst="roundRect">
              <a:avLst>
                <a:gd fmla="val 2146" name="adj"/>
              </a:avLst>
            </a:prstGeom>
            <a:solidFill>
              <a:srgbClr val="DDEAF6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0" name="Google Shape;1360;p45"/>
            <p:cNvSpPr/>
            <p:nvPr/>
          </p:nvSpPr>
          <p:spPr>
            <a:xfrm>
              <a:off x="589263" y="3263226"/>
              <a:ext cx="900000" cy="7200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SDK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Max thread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Max frame count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Max buffer count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1" name="Google Shape;1361;p45"/>
            <p:cNvSpPr/>
            <p:nvPr/>
          </p:nvSpPr>
          <p:spPr>
            <a:xfrm>
              <a:off x="589263" y="4118251"/>
              <a:ext cx="900000" cy="1080000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Utilities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Thread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Buffer queue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Socket comm.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HTTP(s) comm.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FTP comm.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Zip / unzip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Crypto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File I/O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2" name="Google Shape;1362;p45"/>
            <p:cNvSpPr/>
            <p:nvPr/>
          </p:nvSpPr>
          <p:spPr>
            <a:xfrm>
              <a:off x="1596686" y="4118252"/>
              <a:ext cx="900000" cy="1080000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Get status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Send command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Get data stream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3" name="Google Shape;1363;p45"/>
            <p:cNvSpPr/>
            <p:nvPr/>
          </p:nvSpPr>
          <p:spPr>
            <a:xfrm>
              <a:off x="2604109" y="4118252"/>
              <a:ext cx="900000" cy="1080000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Info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Information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Status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45"/>
            <p:cNvSpPr/>
            <p:nvPr/>
          </p:nvSpPr>
          <p:spPr>
            <a:xfrm>
              <a:off x="3611532" y="4118252"/>
              <a:ext cx="900000" cy="1080000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Preset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Default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Custom setting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Setting values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Load preset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Save preset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5" name="Google Shape;1365;p45"/>
            <p:cNvSpPr/>
            <p:nvPr/>
          </p:nvSpPr>
          <p:spPr>
            <a:xfrm>
              <a:off x="5626378" y="4124188"/>
              <a:ext cx="900000" cy="108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Process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Get frame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Decoding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Image process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Frame average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Scan conversion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Gray map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SRI filter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Enqueue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6" name="Google Shape;1366;p45"/>
            <p:cNvSpPr/>
            <p:nvPr/>
          </p:nvSpPr>
          <p:spPr>
            <a:xfrm>
              <a:off x="4618955" y="4118252"/>
              <a:ext cx="900000" cy="108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Audio Process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Get buffer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Decoding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Enqueue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45"/>
            <p:cNvSpPr/>
            <p:nvPr/>
          </p:nvSpPr>
          <p:spPr>
            <a:xfrm>
              <a:off x="6633801" y="4118250"/>
              <a:ext cx="900000" cy="108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Dequeue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Render module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Scan render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Spectrum render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Color overlay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Measurement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* User input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Snapshot / rec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8" name="Google Shape;1368;p45"/>
            <p:cNvSpPr/>
            <p:nvPr/>
          </p:nvSpPr>
          <p:spPr>
            <a:xfrm>
              <a:off x="7641224" y="4118250"/>
              <a:ext cx="900000" cy="108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HC Format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HCB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HCP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HCM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Reader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Writer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9" name="Google Shape;1369;p45"/>
            <p:cNvSpPr/>
            <p:nvPr/>
          </p:nvSpPr>
          <p:spPr>
            <a:xfrm>
              <a:off x="8648647" y="4118250"/>
              <a:ext cx="900000" cy="108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DICOM Format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Receive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0" name="Google Shape;1370;p45"/>
            <p:cNvSpPr/>
            <p:nvPr/>
          </p:nvSpPr>
          <p:spPr>
            <a:xfrm>
              <a:off x="10663493" y="4118250"/>
              <a:ext cx="900000" cy="1080000"/>
            </a:xfrm>
            <a:prstGeom prst="rect">
              <a:avLst/>
            </a:prstGeom>
            <a:solidFill>
              <a:srgbClr val="FBE4D4"/>
            </a:solidFill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C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Platform Dependent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Device permission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Wi-Fi connection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BT connection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File I/O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Audio device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45"/>
            <p:cNvSpPr/>
            <p:nvPr/>
          </p:nvSpPr>
          <p:spPr>
            <a:xfrm>
              <a:off x="1596686" y="3263226"/>
              <a:ext cx="2914846" cy="720000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Manager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Scanner connection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Update status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Send command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Get data stream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45"/>
            <p:cNvSpPr/>
            <p:nvPr/>
          </p:nvSpPr>
          <p:spPr>
            <a:xfrm>
              <a:off x="4618954" y="3263226"/>
              <a:ext cx="2914847" cy="72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Player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Set source data stream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Rendering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Play sound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Control play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45"/>
            <p:cNvSpPr/>
            <p:nvPr/>
          </p:nvSpPr>
          <p:spPr>
            <a:xfrm>
              <a:off x="9656070" y="4118250"/>
              <a:ext cx="900000" cy="108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Send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Delete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4" name="Google Shape;1374;p45"/>
            <p:cNvSpPr/>
            <p:nvPr/>
          </p:nvSpPr>
          <p:spPr>
            <a:xfrm>
              <a:off x="8648647" y="3263226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Video Encoder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Convert to MP4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45"/>
            <p:cNvSpPr/>
            <p:nvPr/>
          </p:nvSpPr>
          <p:spPr>
            <a:xfrm>
              <a:off x="7641223" y="3263226"/>
              <a:ext cx="900000" cy="72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Network Process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HTTP(s)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JSON ↔ bin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Async task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6" name="Google Shape;1376;p45"/>
            <p:cNvCxnSpPr>
              <a:stCxn id="1362" idx="0"/>
            </p:cNvCxnSpPr>
            <p:nvPr/>
          </p:nvCxnSpPr>
          <p:spPr>
            <a:xfrm rot="10800000">
              <a:off x="2046686" y="3983252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7" name="Google Shape;1377;p45"/>
            <p:cNvCxnSpPr>
              <a:stCxn id="1363" idx="0"/>
              <a:endCxn id="1371" idx="2"/>
            </p:cNvCxnSpPr>
            <p:nvPr/>
          </p:nvCxnSpPr>
          <p:spPr>
            <a:xfrm rot="10800000">
              <a:off x="3054109" y="3983252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8" name="Google Shape;1378;p45"/>
            <p:cNvCxnSpPr>
              <a:stCxn id="1364" idx="0"/>
            </p:cNvCxnSpPr>
            <p:nvPr/>
          </p:nvCxnSpPr>
          <p:spPr>
            <a:xfrm rot="10800000">
              <a:off x="4061532" y="3983252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9" name="Google Shape;1379;p45"/>
            <p:cNvCxnSpPr>
              <a:stCxn id="1366" idx="0"/>
            </p:cNvCxnSpPr>
            <p:nvPr/>
          </p:nvCxnSpPr>
          <p:spPr>
            <a:xfrm rot="10800000">
              <a:off x="5068955" y="3983252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0" name="Google Shape;1380;p45"/>
            <p:cNvCxnSpPr>
              <a:stCxn id="1365" idx="0"/>
              <a:endCxn id="1372" idx="2"/>
            </p:cNvCxnSpPr>
            <p:nvPr/>
          </p:nvCxnSpPr>
          <p:spPr>
            <a:xfrm rot="10800000">
              <a:off x="6076378" y="3983188"/>
              <a:ext cx="0" cy="1410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1" name="Google Shape;1381;p45"/>
            <p:cNvCxnSpPr>
              <a:stCxn id="1367" idx="0"/>
            </p:cNvCxnSpPr>
            <p:nvPr/>
          </p:nvCxnSpPr>
          <p:spPr>
            <a:xfrm rot="10800000">
              <a:off x="7083801" y="3983250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2" name="Google Shape;1382;p45"/>
            <p:cNvSpPr/>
            <p:nvPr/>
          </p:nvSpPr>
          <p:spPr>
            <a:xfrm>
              <a:off x="1596686" y="5333278"/>
              <a:ext cx="900000" cy="540000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Command Set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By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By version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3" name="Google Shape;1383;p45"/>
            <p:cNvSpPr/>
            <p:nvPr/>
          </p:nvSpPr>
          <p:spPr>
            <a:xfrm>
              <a:off x="6633801" y="5333278"/>
              <a:ext cx="900000" cy="54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Rendering API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OpenGLES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Metal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Vulkan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384" name="Google Shape;1384;p45"/>
            <p:cNvCxnSpPr>
              <a:stCxn id="1362" idx="2"/>
              <a:endCxn id="1382" idx="0"/>
            </p:cNvCxnSpPr>
            <p:nvPr/>
          </p:nvCxnSpPr>
          <p:spPr>
            <a:xfrm>
              <a:off x="2046686" y="5198252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5" name="Google Shape;1385;p45"/>
            <p:cNvCxnSpPr>
              <a:stCxn id="1367" idx="2"/>
              <a:endCxn id="1383" idx="0"/>
            </p:cNvCxnSpPr>
            <p:nvPr/>
          </p:nvCxnSpPr>
          <p:spPr>
            <a:xfrm>
              <a:off x="7083801" y="5198250"/>
              <a:ext cx="0" cy="1350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6" name="Google Shape;1386;p45"/>
            <p:cNvSpPr/>
            <p:nvPr/>
          </p:nvSpPr>
          <p:spPr>
            <a:xfrm>
              <a:off x="5626378" y="5345150"/>
              <a:ext cx="900000" cy="54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SRI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HC SRI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Context Vision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387" name="Google Shape;1387;p45"/>
            <p:cNvCxnSpPr>
              <a:stCxn id="1365" idx="2"/>
              <a:endCxn id="1386" idx="0"/>
            </p:cNvCxnSpPr>
            <p:nvPr/>
          </p:nvCxnSpPr>
          <p:spPr>
            <a:xfrm>
              <a:off x="6076378" y="5204188"/>
              <a:ext cx="0" cy="1410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8" name="Google Shape;1388;p45"/>
            <p:cNvSpPr/>
            <p:nvPr/>
          </p:nvSpPr>
          <p:spPr>
            <a:xfrm>
              <a:off x="589262" y="2104226"/>
              <a:ext cx="9966807" cy="36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Framework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API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45"/>
            <p:cNvSpPr/>
            <p:nvPr/>
          </p:nvSpPr>
          <p:spPr>
            <a:xfrm>
              <a:off x="589263" y="2593726"/>
              <a:ext cx="9966806" cy="54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Framework Business Logic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Data flow between framework modules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Thread management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Memory management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45"/>
            <p:cNvSpPr/>
            <p:nvPr/>
          </p:nvSpPr>
          <p:spPr>
            <a:xfrm>
              <a:off x="7098051" y="3718752"/>
              <a:ext cx="360000" cy="180000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Queue</a:t>
              </a:r>
              <a:endParaRPr b="0" i="0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391" name="Google Shape;1391;p45"/>
          <p:cNvCxnSpPr>
            <a:stCxn id="1347" idx="3"/>
            <a:endCxn id="1370" idx="0"/>
          </p:cNvCxnSpPr>
          <p:nvPr/>
        </p:nvCxnSpPr>
        <p:spPr>
          <a:xfrm>
            <a:off x="10648665" y="1277214"/>
            <a:ext cx="464700" cy="2841000"/>
          </a:xfrm>
          <a:prstGeom prst="bentConnector2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2" name="Google Shape;1392;p45"/>
          <p:cNvCxnSpPr>
            <a:stCxn id="1347" idx="2"/>
            <a:endCxn id="1359" idx="0"/>
          </p:cNvCxnSpPr>
          <p:nvPr/>
        </p:nvCxnSpPr>
        <p:spPr>
          <a:xfrm flipH="1" rot="-5400000">
            <a:off x="5691465" y="1608414"/>
            <a:ext cx="266400" cy="5040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3" name="Google Shape;1393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폐기안</a:t>
            </a:r>
            <a:endParaRPr b="0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46"/>
          <p:cNvSpPr txBox="1"/>
          <p:nvPr/>
        </p:nvSpPr>
        <p:spPr>
          <a:xfrm>
            <a:off x="589262" y="200163"/>
            <a:ext cx="318388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Scan Manager Module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99" name="Google Shape;1399;p46"/>
          <p:cNvSpPr/>
          <p:nvPr/>
        </p:nvSpPr>
        <p:spPr>
          <a:xfrm>
            <a:off x="984517" y="1140240"/>
            <a:ext cx="3569670" cy="4194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6"/>
          <p:cNvSpPr/>
          <p:nvPr/>
        </p:nvSpPr>
        <p:spPr>
          <a:xfrm>
            <a:off x="1092518" y="1630162"/>
            <a:ext cx="1567556" cy="33675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Control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1" name="Google Shape;1401;p46"/>
          <p:cNvSpPr/>
          <p:nvPr/>
        </p:nvSpPr>
        <p:spPr>
          <a:xfrm>
            <a:off x="3200074" y="4424440"/>
            <a:ext cx="1224000" cy="33662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Buffer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2" name="Google Shape;1402;p46"/>
          <p:cNvSpPr/>
          <p:nvPr/>
        </p:nvSpPr>
        <p:spPr>
          <a:xfrm>
            <a:off x="1319846" y="2927650"/>
            <a:ext cx="1080000" cy="926771"/>
          </a:xfrm>
          <a:prstGeom prst="roundRect">
            <a:avLst>
              <a:gd fmla="val 54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Packet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3" name="Google Shape;1403;p46"/>
          <p:cNvSpPr/>
          <p:nvPr/>
        </p:nvSpPr>
        <p:spPr>
          <a:xfrm>
            <a:off x="1092517" y="5719401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04" name="Google Shape;1404;p46"/>
          <p:cNvCxnSpPr/>
          <p:nvPr/>
        </p:nvCxnSpPr>
        <p:spPr>
          <a:xfrm>
            <a:off x="1586082" y="4715407"/>
            <a:ext cx="0" cy="1003994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5" name="Google Shape;1405;p46"/>
          <p:cNvCxnSpPr/>
          <p:nvPr/>
        </p:nvCxnSpPr>
        <p:spPr>
          <a:xfrm rot="10800000">
            <a:off x="2089531" y="4715407"/>
            <a:ext cx="0" cy="10039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06" name="Google Shape;1406;p46"/>
          <p:cNvSpPr/>
          <p:nvPr/>
        </p:nvSpPr>
        <p:spPr>
          <a:xfrm>
            <a:off x="1206456" y="1940794"/>
            <a:ext cx="1326062" cy="2930924"/>
          </a:xfrm>
          <a:prstGeom prst="roundRect">
            <a:avLst>
              <a:gd fmla="val 245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Thread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7" name="Google Shape;1407;p46"/>
          <p:cNvSpPr/>
          <p:nvPr/>
        </p:nvSpPr>
        <p:spPr>
          <a:xfrm>
            <a:off x="3205205" y="1630162"/>
            <a:ext cx="1224000" cy="742432"/>
          </a:xfrm>
          <a:prstGeom prst="roundRect">
            <a:avLst>
              <a:gd fmla="val 7742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Keep alive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Timeout?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Retry?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8" name="Google Shape;1408;p46"/>
          <p:cNvSpPr/>
          <p:nvPr/>
        </p:nvSpPr>
        <p:spPr>
          <a:xfrm>
            <a:off x="1319846" y="4191044"/>
            <a:ext cx="1080000" cy="524363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RX, TX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46"/>
          <p:cNvSpPr/>
          <p:nvPr/>
        </p:nvSpPr>
        <p:spPr>
          <a:xfrm>
            <a:off x="3200074" y="3262261"/>
            <a:ext cx="1224000" cy="894163"/>
          </a:xfrm>
          <a:prstGeom prst="roundRect">
            <a:avLst>
              <a:gd fmla="val 652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Device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46"/>
          <p:cNvSpPr/>
          <p:nvPr/>
        </p:nvSpPr>
        <p:spPr>
          <a:xfrm>
            <a:off x="3200074" y="2654409"/>
            <a:ext cx="1224000" cy="33662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Callback*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1" name="Google Shape;1411;p46"/>
          <p:cNvSpPr/>
          <p:nvPr/>
        </p:nvSpPr>
        <p:spPr>
          <a:xfrm>
            <a:off x="1319846" y="2231027"/>
            <a:ext cx="1080000" cy="36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12" name="Google Shape;1412;p46"/>
          <p:cNvCxnSpPr>
            <a:stCxn id="1413" idx="2"/>
            <a:endCxn id="1411" idx="1"/>
          </p:cNvCxnSpPr>
          <p:nvPr/>
        </p:nvCxnSpPr>
        <p:spPr>
          <a:xfrm flipH="1" rot="-5400000">
            <a:off x="398145" y="1489367"/>
            <a:ext cx="1101600" cy="7419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4" name="Google Shape;1414;p46"/>
          <p:cNvCxnSpPr>
            <a:stCxn id="1411" idx="2"/>
            <a:endCxn id="1402" idx="0"/>
          </p:cNvCxnSpPr>
          <p:nvPr/>
        </p:nvCxnSpPr>
        <p:spPr>
          <a:xfrm>
            <a:off x="1859846" y="2591027"/>
            <a:ext cx="0" cy="336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5" name="Google Shape;1415;p46"/>
          <p:cNvCxnSpPr/>
          <p:nvPr/>
        </p:nvCxnSpPr>
        <p:spPr>
          <a:xfrm>
            <a:off x="1593377" y="3854421"/>
            <a:ext cx="0" cy="336623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6" name="Google Shape;1416;p46"/>
          <p:cNvCxnSpPr/>
          <p:nvPr/>
        </p:nvCxnSpPr>
        <p:spPr>
          <a:xfrm rot="10800000">
            <a:off x="2089531" y="3854421"/>
            <a:ext cx="0" cy="33662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7" name="Google Shape;1417;p46"/>
          <p:cNvCxnSpPr>
            <a:stCxn id="1402" idx="3"/>
            <a:endCxn id="1401" idx="1"/>
          </p:cNvCxnSpPr>
          <p:nvPr/>
        </p:nvCxnSpPr>
        <p:spPr>
          <a:xfrm>
            <a:off x="2399846" y="3391036"/>
            <a:ext cx="800100" cy="120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8" name="Google Shape;1418;p46"/>
          <p:cNvCxnSpPr>
            <a:stCxn id="1402" idx="3"/>
            <a:endCxn id="1409" idx="1"/>
          </p:cNvCxnSpPr>
          <p:nvPr/>
        </p:nvCxnSpPr>
        <p:spPr>
          <a:xfrm>
            <a:off x="2399846" y="3391036"/>
            <a:ext cx="800100" cy="318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9" name="Google Shape;1419;p46"/>
          <p:cNvCxnSpPr>
            <a:stCxn id="1407" idx="1"/>
            <a:endCxn id="1411" idx="3"/>
          </p:cNvCxnSpPr>
          <p:nvPr/>
        </p:nvCxnSpPr>
        <p:spPr>
          <a:xfrm flipH="1">
            <a:off x="2399705" y="2001378"/>
            <a:ext cx="805500" cy="40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20" name="Google Shape;1420;p46"/>
          <p:cNvCxnSpPr>
            <a:stCxn id="1402" idx="3"/>
            <a:endCxn id="1410" idx="1"/>
          </p:cNvCxnSpPr>
          <p:nvPr/>
        </p:nvCxnSpPr>
        <p:spPr>
          <a:xfrm flipH="1" rot="10800000">
            <a:off x="2399846" y="2822836"/>
            <a:ext cx="800100" cy="56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1" name="Google Shape;1421;p46"/>
          <p:cNvCxnSpPr>
            <a:stCxn id="1410" idx="3"/>
            <a:endCxn id="1422" idx="2"/>
          </p:cNvCxnSpPr>
          <p:nvPr/>
        </p:nvCxnSpPr>
        <p:spPr>
          <a:xfrm flipH="1" rot="10800000">
            <a:off x="4424074" y="1309521"/>
            <a:ext cx="536700" cy="1513200"/>
          </a:xfrm>
          <a:prstGeom prst="bentConnector2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3" name="Google Shape;1413;p46"/>
          <p:cNvSpPr txBox="1"/>
          <p:nvPr/>
        </p:nvSpPr>
        <p:spPr>
          <a:xfrm>
            <a:off x="171473" y="970963"/>
            <a:ext cx="8130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2" name="Google Shape;1422;p46"/>
          <p:cNvSpPr txBox="1"/>
          <p:nvPr/>
        </p:nvSpPr>
        <p:spPr>
          <a:xfrm>
            <a:off x="4554187" y="970963"/>
            <a:ext cx="8130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3" name="Google Shape;1423;p46"/>
          <p:cNvSpPr txBox="1"/>
          <p:nvPr/>
        </p:nvSpPr>
        <p:spPr>
          <a:xfrm>
            <a:off x="4559709" y="4930965"/>
            <a:ext cx="8579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Queue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24" name="Google Shape;1424;p46"/>
          <p:cNvCxnSpPr>
            <a:stCxn id="1401" idx="3"/>
            <a:endCxn id="1423" idx="0"/>
          </p:cNvCxnSpPr>
          <p:nvPr/>
        </p:nvCxnSpPr>
        <p:spPr>
          <a:xfrm>
            <a:off x="4424074" y="4592752"/>
            <a:ext cx="564600" cy="338100"/>
          </a:xfrm>
          <a:prstGeom prst="bentConnector2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5" name="Google Shape;1425;p46"/>
          <p:cNvSpPr txBox="1"/>
          <p:nvPr/>
        </p:nvSpPr>
        <p:spPr>
          <a:xfrm>
            <a:off x="5760000" y="720000"/>
            <a:ext cx="5760000" cy="561268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장비 접속 및 통신 관련 기능 모음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Scanner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 명령과 접속 정보가 queue에 들어오면 순차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접속에 대한 공통 명령 셋 사용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접속 성공 시 접속된 장치의 model, protocol version 정보를 확인해서 해당하는 command set을 검색하여 로딩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동작에는 로딩된 command set을 이용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queue의 내용 확인 후, 순차 처리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Thread pool 사용 여부는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Command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Model, protocol version 별 통신 명령 묶음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장치 별 호환성 처리를 위한 부분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타사 장치에 대한 처리 가능 여부는 검토 필요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통신 담당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 / data 분리 채널 및 통합 채널 지원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Callback*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수행 결과 반환 (stream data 제외)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Device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접속 된 장비의 상태 및 정보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영상 및 음성 데이터 저장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완성된 프레임, 데이터를 연결된 곳으로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기본적으로는 image process 및 audio process로 전달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 이후 keep alive 명령 수행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6" name="Google Shape;1426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폐기안</a:t>
            </a:r>
            <a:endParaRPr b="0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47"/>
          <p:cNvSpPr/>
          <p:nvPr/>
        </p:nvSpPr>
        <p:spPr>
          <a:xfrm>
            <a:off x="589259" y="1004496"/>
            <a:ext cx="11067448" cy="8248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Business Logic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2" name="Google Shape;1432;p47"/>
          <p:cNvSpPr txBox="1"/>
          <p:nvPr/>
        </p:nvSpPr>
        <p:spPr>
          <a:xfrm>
            <a:off x="589262" y="200163"/>
            <a:ext cx="276229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SoNex SDK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0" i="0" lang="en-US" sz="1300" u="none" cap="none" strike="noStrike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 Diagram v3</a:t>
            </a:r>
            <a:endParaRPr b="0" i="0" sz="1300" u="none" cap="none" strike="noStrike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433" name="Google Shape;1433;p47"/>
          <p:cNvGrpSpPr/>
          <p:nvPr/>
        </p:nvGrpSpPr>
        <p:grpSpPr>
          <a:xfrm>
            <a:off x="589262" y="2059429"/>
            <a:ext cx="1440000" cy="1980000"/>
            <a:chOff x="3174035" y="1480583"/>
            <a:chExt cx="1440000" cy="1980000"/>
          </a:xfrm>
        </p:grpSpPr>
        <p:sp>
          <p:nvSpPr>
            <p:cNvPr id="1434" name="Google Shape;1434;p47"/>
            <p:cNvSpPr/>
            <p:nvPr/>
          </p:nvSpPr>
          <p:spPr>
            <a:xfrm>
              <a:off x="3174035" y="1480583"/>
              <a:ext cx="1440000" cy="1980000"/>
            </a:xfrm>
            <a:prstGeom prst="rect">
              <a:avLst/>
            </a:prstGeom>
            <a:solidFill>
              <a:srgbClr val="BBD6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Manager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47"/>
            <p:cNvSpPr/>
            <p:nvPr/>
          </p:nvSpPr>
          <p:spPr>
            <a:xfrm>
              <a:off x="3282035" y="1970503"/>
              <a:ext cx="1224000" cy="770425"/>
            </a:xfrm>
            <a:prstGeom prst="rect">
              <a:avLst/>
            </a:prstGeom>
            <a:solidFill>
              <a:srgbClr val="DDEA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Control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6" name="Google Shape;1436;p47"/>
            <p:cNvSpPr/>
            <p:nvPr/>
          </p:nvSpPr>
          <p:spPr>
            <a:xfrm>
              <a:off x="3282035" y="2965184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Scanner Data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7" name="Google Shape;1437;p47"/>
            <p:cNvSpPr/>
            <p:nvPr/>
          </p:nvSpPr>
          <p:spPr>
            <a:xfrm>
              <a:off x="3390035" y="2269586"/>
              <a:ext cx="1008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Command Set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38" name="Google Shape;1438;p47"/>
          <p:cNvSpPr/>
          <p:nvPr/>
        </p:nvSpPr>
        <p:spPr>
          <a:xfrm>
            <a:off x="1510339" y="1364295"/>
            <a:ext cx="1532109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Setting (Preset)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9" name="Google Shape;1439;p47"/>
          <p:cNvSpPr/>
          <p:nvPr/>
        </p:nvSpPr>
        <p:spPr>
          <a:xfrm>
            <a:off x="2492467" y="3549699"/>
            <a:ext cx="1440000" cy="3366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Process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0" name="Google Shape;1440;p47"/>
          <p:cNvSpPr/>
          <p:nvPr/>
        </p:nvSpPr>
        <p:spPr>
          <a:xfrm>
            <a:off x="589262" y="440438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 Comm.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41" name="Google Shape;1441;p47"/>
          <p:cNvGrpSpPr/>
          <p:nvPr/>
        </p:nvGrpSpPr>
        <p:grpSpPr>
          <a:xfrm>
            <a:off x="4395672" y="2059429"/>
            <a:ext cx="1440000" cy="1980000"/>
            <a:chOff x="6317302" y="2650704"/>
            <a:chExt cx="1440000" cy="1980000"/>
          </a:xfrm>
        </p:grpSpPr>
        <p:sp>
          <p:nvSpPr>
            <p:cNvPr id="1442" name="Google Shape;1442;p47"/>
            <p:cNvSpPr/>
            <p:nvPr/>
          </p:nvSpPr>
          <p:spPr>
            <a:xfrm>
              <a:off x="6317302" y="2650704"/>
              <a:ext cx="1440000" cy="1980000"/>
            </a:xfrm>
            <a:prstGeom prst="rect">
              <a:avLst/>
            </a:prstGeom>
            <a:solidFill>
              <a:srgbClr val="FBE4D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Scan Player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47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Frame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4" name="Google Shape;1444;p47"/>
            <p:cNvSpPr/>
            <p:nvPr/>
          </p:nvSpPr>
          <p:spPr>
            <a:xfrm>
              <a:off x="6425301" y="4141481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Audio Buffer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5" name="Google Shape;1445;p47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Play Status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Play / Pause / Seek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46" name="Google Shape;1446;p47"/>
          <p:cNvGrpSpPr/>
          <p:nvPr/>
        </p:nvGrpSpPr>
        <p:grpSpPr>
          <a:xfrm>
            <a:off x="2492467" y="2062436"/>
            <a:ext cx="1440000" cy="1260000"/>
            <a:chOff x="5268904" y="1851278"/>
            <a:chExt cx="1440000" cy="1260000"/>
          </a:xfrm>
        </p:grpSpPr>
        <p:sp>
          <p:nvSpPr>
            <p:cNvPr id="1447" name="Google Shape;1447;p47"/>
            <p:cNvSpPr/>
            <p:nvPr/>
          </p:nvSpPr>
          <p:spPr>
            <a:xfrm>
              <a:off x="5268904" y="1851278"/>
              <a:ext cx="1440000" cy="1260000"/>
            </a:xfrm>
            <a:prstGeom prst="rect">
              <a:avLst/>
            </a:prstGeom>
            <a:solidFill>
              <a:srgbClr val="E1EFD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Process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8" name="Google Shape;1448;p47"/>
            <p:cNvSpPr/>
            <p:nvPr/>
          </p:nvSpPr>
          <p:spPr>
            <a:xfrm>
              <a:off x="5379908" y="2208692"/>
              <a:ext cx="1224000" cy="3366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Filters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9" name="Google Shape;1449;p47"/>
            <p:cNvSpPr/>
            <p:nvPr/>
          </p:nvSpPr>
          <p:spPr>
            <a:xfrm>
              <a:off x="5384364" y="266995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72000" spcFirstLastPara="1" rIns="72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Convert Setting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50" name="Google Shape;1450;p47"/>
          <p:cNvSpPr/>
          <p:nvPr/>
        </p:nvSpPr>
        <p:spPr>
          <a:xfrm>
            <a:off x="6298877" y="440438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Audio Renderer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1" name="Google Shape;1451;p47"/>
          <p:cNvCxnSpPr>
            <a:stCxn id="1434" idx="3"/>
            <a:endCxn id="1447" idx="1"/>
          </p:cNvCxnSpPr>
          <p:nvPr/>
        </p:nvCxnSpPr>
        <p:spPr>
          <a:xfrm flipH="1" rot="10800000">
            <a:off x="2029262" y="2692429"/>
            <a:ext cx="463200" cy="3570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2" name="Google Shape;1452;p47"/>
          <p:cNvCxnSpPr>
            <a:stCxn id="1447" idx="3"/>
            <a:endCxn id="1443" idx="1"/>
          </p:cNvCxnSpPr>
          <p:nvPr/>
        </p:nvCxnSpPr>
        <p:spPr>
          <a:xfrm>
            <a:off x="3932467" y="2692436"/>
            <a:ext cx="571200" cy="446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453" name="Google Shape;1453;p47"/>
          <p:cNvCxnSpPr>
            <a:stCxn id="1434" idx="3"/>
            <a:endCxn id="1439" idx="1"/>
          </p:cNvCxnSpPr>
          <p:nvPr/>
        </p:nvCxnSpPr>
        <p:spPr>
          <a:xfrm>
            <a:off x="2029262" y="3049429"/>
            <a:ext cx="463200" cy="66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4" name="Google Shape;1454;p47"/>
          <p:cNvCxnSpPr>
            <a:stCxn id="1444" idx="3"/>
            <a:endCxn id="1450" idx="1"/>
          </p:cNvCxnSpPr>
          <p:nvPr/>
        </p:nvCxnSpPr>
        <p:spPr>
          <a:xfrm>
            <a:off x="5727671" y="3718518"/>
            <a:ext cx="571200" cy="854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55" name="Google Shape;1455;p47"/>
          <p:cNvGrpSpPr/>
          <p:nvPr/>
        </p:nvGrpSpPr>
        <p:grpSpPr>
          <a:xfrm>
            <a:off x="6298877" y="2059428"/>
            <a:ext cx="1440000" cy="1979999"/>
            <a:chOff x="8220507" y="2650703"/>
            <a:chExt cx="1440000" cy="1979999"/>
          </a:xfrm>
        </p:grpSpPr>
        <p:sp>
          <p:nvSpPr>
            <p:cNvPr id="1456" name="Google Shape;1456;p47"/>
            <p:cNvSpPr/>
            <p:nvPr/>
          </p:nvSpPr>
          <p:spPr>
            <a:xfrm>
              <a:off x="8220507" y="2650703"/>
              <a:ext cx="1440000" cy="1979999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Renderer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7" name="Google Shape;1457;p47"/>
            <p:cNvSpPr/>
            <p:nvPr/>
          </p:nvSpPr>
          <p:spPr>
            <a:xfrm>
              <a:off x="8328506" y="4129052"/>
              <a:ext cx="1224000" cy="336623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Graphic Library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8" name="Google Shape;1458;p47"/>
            <p:cNvSpPr/>
            <p:nvPr/>
          </p:nvSpPr>
          <p:spPr>
            <a:xfrm>
              <a:off x="8328506" y="3562337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Next Frame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9" name="Google Shape;1459;p47"/>
            <p:cNvSpPr/>
            <p:nvPr/>
          </p:nvSpPr>
          <p:spPr>
            <a:xfrm>
              <a:off x="8328506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Render Engine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ROI / Depth / Measure</a:t>
              </a:r>
              <a:endParaRPr b="0" i="0" sz="8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460" name="Google Shape;1460;p47"/>
          <p:cNvCxnSpPr>
            <a:endCxn id="1459" idx="3"/>
          </p:cNvCxnSpPr>
          <p:nvPr/>
        </p:nvCxnSpPr>
        <p:spPr>
          <a:xfrm rot="5400000">
            <a:off x="7450426" y="2009649"/>
            <a:ext cx="763500" cy="4026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1" name="Google Shape;1461;p47"/>
          <p:cNvCxnSpPr>
            <a:stCxn id="1439" idx="3"/>
            <a:endCxn id="1444" idx="1"/>
          </p:cNvCxnSpPr>
          <p:nvPr/>
        </p:nvCxnSpPr>
        <p:spPr>
          <a:xfrm>
            <a:off x="3932467" y="3718011"/>
            <a:ext cx="571200" cy="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462" name="Google Shape;1462;p47"/>
          <p:cNvCxnSpPr>
            <a:endCxn id="1438" idx="0"/>
          </p:cNvCxnSpPr>
          <p:nvPr/>
        </p:nvCxnSpPr>
        <p:spPr>
          <a:xfrm>
            <a:off x="2276394" y="1162395"/>
            <a:ext cx="0" cy="201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3" name="Google Shape;1463;p47"/>
          <p:cNvCxnSpPr>
            <a:stCxn id="1431" idx="2"/>
            <a:endCxn id="1445" idx="3"/>
          </p:cNvCxnSpPr>
          <p:nvPr/>
        </p:nvCxnSpPr>
        <p:spPr>
          <a:xfrm rot="5400000">
            <a:off x="5545333" y="2015186"/>
            <a:ext cx="763500" cy="3918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4" name="Google Shape;1464;p47"/>
          <p:cNvSpPr/>
          <p:nvPr/>
        </p:nvSpPr>
        <p:spPr>
          <a:xfrm>
            <a:off x="1309261" y="831027"/>
            <a:ext cx="3806412" cy="336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SDK Interface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65" name="Google Shape;1465;p47"/>
          <p:cNvCxnSpPr>
            <a:endCxn id="1464" idx="0"/>
          </p:cNvCxnSpPr>
          <p:nvPr/>
        </p:nvCxnSpPr>
        <p:spPr>
          <a:xfrm>
            <a:off x="3212467" y="624027"/>
            <a:ext cx="0" cy="207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6" name="Google Shape;1466;p47"/>
          <p:cNvCxnSpPr>
            <a:stCxn id="1431" idx="1"/>
            <a:endCxn id="1435" idx="1"/>
          </p:cNvCxnSpPr>
          <p:nvPr/>
        </p:nvCxnSpPr>
        <p:spPr>
          <a:xfrm>
            <a:off x="589259" y="1416916"/>
            <a:ext cx="108000" cy="1517700"/>
          </a:xfrm>
          <a:prstGeom prst="bentConnector3">
            <a:avLst>
              <a:gd fmla="val -211668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7" name="Google Shape;1467;p47"/>
          <p:cNvCxnSpPr/>
          <p:nvPr/>
        </p:nvCxnSpPr>
        <p:spPr>
          <a:xfrm>
            <a:off x="1082827" y="4039427"/>
            <a:ext cx="0" cy="36495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8" name="Google Shape;1468;p47"/>
          <p:cNvCxnSpPr/>
          <p:nvPr/>
        </p:nvCxnSpPr>
        <p:spPr>
          <a:xfrm rot="10800000">
            <a:off x="1510339" y="4039427"/>
            <a:ext cx="0" cy="36495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69" name="Google Shape;1469;p47"/>
          <p:cNvGrpSpPr/>
          <p:nvPr/>
        </p:nvGrpSpPr>
        <p:grpSpPr>
          <a:xfrm>
            <a:off x="8257798" y="2059428"/>
            <a:ext cx="1440000" cy="1980000"/>
            <a:chOff x="6317302" y="2650704"/>
            <a:chExt cx="1440000" cy="1980000"/>
          </a:xfrm>
        </p:grpSpPr>
        <p:sp>
          <p:nvSpPr>
            <p:cNvPr id="1470" name="Google Shape;1470;p47"/>
            <p:cNvSpPr/>
            <p:nvPr/>
          </p:nvSpPr>
          <p:spPr>
            <a:xfrm>
              <a:off x="6317302" y="2650704"/>
              <a:ext cx="1440000" cy="1980000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DICOM Module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47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Writer</a:t>
              </a:r>
              <a:endPara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2" name="Google Shape;1472;p47"/>
            <p:cNvSpPr/>
            <p:nvPr/>
          </p:nvSpPr>
          <p:spPr>
            <a:xfrm>
              <a:off x="6425301" y="4141481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Sender / Receiver</a:t>
              </a:r>
              <a:endPara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3" name="Google Shape;1473;p47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Reader</a:t>
              </a:r>
              <a:endPara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74" name="Google Shape;1474;p47"/>
          <p:cNvSpPr/>
          <p:nvPr/>
        </p:nvSpPr>
        <p:spPr>
          <a:xfrm>
            <a:off x="8257798" y="4404386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75" name="Google Shape;1475;p47"/>
          <p:cNvCxnSpPr>
            <a:stCxn id="1470" idx="2"/>
            <a:endCxn id="1474" idx="0"/>
          </p:cNvCxnSpPr>
          <p:nvPr/>
        </p:nvCxnSpPr>
        <p:spPr>
          <a:xfrm>
            <a:off x="8977798" y="4039428"/>
            <a:ext cx="0" cy="365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76" name="Google Shape;1476;p47"/>
          <p:cNvGrpSpPr/>
          <p:nvPr/>
        </p:nvGrpSpPr>
        <p:grpSpPr>
          <a:xfrm>
            <a:off x="10216719" y="2059428"/>
            <a:ext cx="1440000" cy="1410658"/>
            <a:chOff x="6317302" y="2650704"/>
            <a:chExt cx="1440000" cy="1410658"/>
          </a:xfrm>
        </p:grpSpPr>
        <p:sp>
          <p:nvSpPr>
            <p:cNvPr id="1477" name="Google Shape;1477;p47"/>
            <p:cNvSpPr/>
            <p:nvPr/>
          </p:nvSpPr>
          <p:spPr>
            <a:xfrm>
              <a:off x="6317302" y="2650704"/>
              <a:ext cx="1440000" cy="1410658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72000" spcFirstLastPara="1" rIns="72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HC Format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47"/>
            <p:cNvSpPr/>
            <p:nvPr/>
          </p:nvSpPr>
          <p:spPr>
            <a:xfrm>
              <a:off x="6425301" y="356145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Writer</a:t>
              </a:r>
              <a:endPara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9" name="Google Shape;1479;p47"/>
            <p:cNvSpPr/>
            <p:nvPr/>
          </p:nvSpPr>
          <p:spPr>
            <a:xfrm>
              <a:off x="6428952" y="3015662"/>
              <a:ext cx="1224000" cy="33662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Reader</a:t>
              </a:r>
              <a:endPara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80" name="Google Shape;1480;p47"/>
          <p:cNvSpPr/>
          <p:nvPr/>
        </p:nvSpPr>
        <p:spPr>
          <a:xfrm>
            <a:off x="10216719" y="4398909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ZIP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1" name="Google Shape;1481;p47"/>
          <p:cNvSpPr/>
          <p:nvPr/>
        </p:nvSpPr>
        <p:spPr>
          <a:xfrm>
            <a:off x="10216719" y="4802703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Crypto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2" name="Google Shape;1482;p47"/>
          <p:cNvSpPr/>
          <p:nvPr/>
        </p:nvSpPr>
        <p:spPr>
          <a:xfrm>
            <a:off x="10216719" y="3995115"/>
            <a:ext cx="1440000" cy="33662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I/O</a:t>
            </a:r>
            <a:endParaRPr b="0" i="0" sz="9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83" name="Google Shape;1483;p47"/>
          <p:cNvCxnSpPr>
            <a:stCxn id="1477" idx="2"/>
            <a:endCxn id="1482" idx="0"/>
          </p:cNvCxnSpPr>
          <p:nvPr/>
        </p:nvCxnSpPr>
        <p:spPr>
          <a:xfrm>
            <a:off x="10936719" y="3470086"/>
            <a:ext cx="0" cy="52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4" name="Google Shape;1484;p47"/>
          <p:cNvCxnSpPr>
            <a:stCxn id="1443" idx="3"/>
            <a:endCxn id="1458" idx="1"/>
          </p:cNvCxnSpPr>
          <p:nvPr/>
        </p:nvCxnSpPr>
        <p:spPr>
          <a:xfrm>
            <a:off x="5727671" y="3138489"/>
            <a:ext cx="679200" cy="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5" name="Google Shape;1485;p47"/>
          <p:cNvSpPr txBox="1"/>
          <p:nvPr/>
        </p:nvSpPr>
        <p:spPr>
          <a:xfrm>
            <a:off x="589259" y="5186518"/>
            <a:ext cx="1440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SONON 장비와의 통신 연결, 데이터 전송 등의 통신을 담당하는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 네트워크 연결이 완료되어 있는 상태에서 동작.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7"/>
          <p:cNvSpPr txBox="1"/>
          <p:nvPr/>
        </p:nvSpPr>
        <p:spPr>
          <a:xfrm>
            <a:off x="2492467" y="5186518"/>
            <a:ext cx="1440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481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로우 데이터를 입력하면 Scan conversion, frame average, SRI 등의 필터를 적용한 이미지를 출력하는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47"/>
          <p:cNvSpPr txBox="1"/>
          <p:nvPr/>
        </p:nvSpPr>
        <p:spPr>
          <a:xfrm>
            <a:off x="4395671" y="5186518"/>
            <a:ext cx="1440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입력된 이미지, 오디오 데이터를 버퍼에 쌓아 두고, 사용자의 명령 (play / pause / seek / etc.)에 따라 데이터를 내보내는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7"/>
          <p:cNvSpPr txBox="1"/>
          <p:nvPr/>
        </p:nvSpPr>
        <p:spPr>
          <a:xfrm>
            <a:off x="6298875" y="5186518"/>
            <a:ext cx="1440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입력된 이미지를 렌더링하는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F9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F9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설정된 렌더링 형식에 따라 오버레이 등을 추가하여 렌더링.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47"/>
          <p:cNvSpPr txBox="1"/>
          <p:nvPr/>
        </p:nvSpPr>
        <p:spPr>
          <a:xfrm>
            <a:off x="8257797" y="5186518"/>
            <a:ext cx="1440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DICOM 파일을 생성하거나 PACS, worklist 서버와의 통신을 담당하는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DCMTK과 연관된 대부분의 작업을 처리.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47"/>
          <p:cNvSpPr txBox="1"/>
          <p:nvPr/>
        </p:nvSpPr>
        <p:spPr>
          <a:xfrm>
            <a:off x="10216719" y="5186518"/>
            <a:ext cx="144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Healcerion의 파일 형식을 읽거나 저장하는 모듈.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HCA, HCB, HCP, HCM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1" name="Google Shape;1491;p47"/>
          <p:cNvCxnSpPr>
            <a:stCxn id="1456" idx="0"/>
          </p:cNvCxnSpPr>
          <p:nvPr/>
        </p:nvCxnSpPr>
        <p:spPr>
          <a:xfrm rot="10800000">
            <a:off x="7012277" y="1829328"/>
            <a:ext cx="6600" cy="230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2" name="Google Shape;1492;p47"/>
          <p:cNvCxnSpPr>
            <a:stCxn id="1438" idx="1"/>
            <a:endCxn id="1434" idx="0"/>
          </p:cNvCxnSpPr>
          <p:nvPr/>
        </p:nvCxnSpPr>
        <p:spPr>
          <a:xfrm flipH="1">
            <a:off x="1309339" y="1532607"/>
            <a:ext cx="201000" cy="52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cxnSp>
        <p:nvCxnSpPr>
          <p:cNvPr id="1493" name="Google Shape;1493;p47"/>
          <p:cNvCxnSpPr>
            <a:stCxn id="1438" idx="3"/>
            <a:endCxn id="1447" idx="0"/>
          </p:cNvCxnSpPr>
          <p:nvPr/>
        </p:nvCxnSpPr>
        <p:spPr>
          <a:xfrm>
            <a:off x="3042448" y="1532607"/>
            <a:ext cx="170100" cy="52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oval"/>
            <a:tailEnd len="sm" w="sm" type="oval"/>
          </a:ln>
        </p:spPr>
      </p:cxnSp>
      <p:sp>
        <p:nvSpPr>
          <p:cNvPr id="1494" name="Google Shape;1494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폐기안</a:t>
            </a:r>
            <a:endParaRPr b="0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2022-09-16T07:31:54Z</dcterms:created>
  <dc:creator>korea</dc:creator>
</cp:coreProperties>
</file>